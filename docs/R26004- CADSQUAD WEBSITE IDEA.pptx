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sldIdLst>
    <p:sldId id="265" r:id="rId5"/>
    <p:sldId id="268" r:id="rId6"/>
    <p:sldId id="275" r:id="rId7"/>
    <p:sldId id="276" r:id="rId8"/>
    <p:sldId id="269" r:id="rId9"/>
    <p:sldId id="270" r:id="rId10"/>
    <p:sldId id="277" r:id="rId11"/>
    <p:sldId id="271" r:id="rId12"/>
    <p:sldId id="272" r:id="rId13"/>
    <p:sldId id="274" r:id="rId14"/>
    <p:sldId id="279" r:id="rId15"/>
    <p:sldId id="280" r:id="rId16"/>
    <p:sldId id="281" r:id="rId17"/>
    <p:sldId id="282" r:id="rId18"/>
    <p:sldId id="283" r:id="rId19"/>
    <p:sldId id="273" r:id="rId20"/>
    <p:sldId id="285" r:id="rId21"/>
    <p:sldId id="287" r:id="rId22"/>
    <p:sldId id="286" r:id="rId23"/>
    <p:sldId id="284" r:id="rId24"/>
    <p:sldId id="289" r:id="rId25"/>
    <p:sldId id="291" r:id="rId26"/>
    <p:sldId id="290" r:id="rId27"/>
    <p:sldId id="292" r:id="rId28"/>
    <p:sldId id="293" r:id="rId29"/>
    <p:sldId id="26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6A63A2-AC2C-4E36-BFF6-6A2EF570196D}" v="34" dt="2026-03-13T14:08:06.3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ong Pham" userId="S::pt.phong@cadsquad.vn::10f6707c-d25a-4add-9afd-ad10869d781c" providerId="AD" clId="Web-{31C00085-68C9-1638-A2DA-6BED3FF60CBB}"/>
    <pc:docChg chg="addSld delSld modSld sldOrd">
      <pc:chgData name="Phong Pham" userId="S::pt.phong@cadsquad.vn::10f6707c-d25a-4add-9afd-ad10869d781c" providerId="AD" clId="Web-{31C00085-68C9-1638-A2DA-6BED3FF60CBB}" dt="2026-03-03T10:08:19.047" v="160" actId="1076"/>
      <pc:docMkLst>
        <pc:docMk/>
      </pc:docMkLst>
      <pc:sldChg chg="modSp">
        <pc:chgData name="Phong Pham" userId="S::pt.phong@cadsquad.vn::10f6707c-d25a-4add-9afd-ad10869d781c" providerId="AD" clId="Web-{31C00085-68C9-1638-A2DA-6BED3FF60CBB}" dt="2026-03-03T09:09:29.219" v="49" actId="1076"/>
        <pc:sldMkLst>
          <pc:docMk/>
          <pc:sldMk cId="1849002369" sldId="268"/>
        </pc:sldMkLst>
        <pc:spChg chg="mod">
          <ac:chgData name="Phong Pham" userId="S::pt.phong@cadsquad.vn::10f6707c-d25a-4add-9afd-ad10869d781c" providerId="AD" clId="Web-{31C00085-68C9-1638-A2DA-6BED3FF60CBB}" dt="2026-03-03T09:09:25.640" v="48" actId="1076"/>
          <ac:spMkLst>
            <pc:docMk/>
            <pc:sldMk cId="1849002369" sldId="268"/>
            <ac:spMk id="18" creationId="{E72DB88C-A565-6EF2-3F7F-8350CAE4B153}"/>
          </ac:spMkLst>
        </pc:spChg>
        <pc:cxnChg chg="mod">
          <ac:chgData name="Phong Pham" userId="S::pt.phong@cadsquad.vn::10f6707c-d25a-4add-9afd-ad10869d781c" providerId="AD" clId="Web-{31C00085-68C9-1638-A2DA-6BED3FF60CBB}" dt="2026-03-03T09:09:29.219" v="49" actId="1076"/>
          <ac:cxnSpMkLst>
            <pc:docMk/>
            <pc:sldMk cId="1849002369" sldId="268"/>
            <ac:cxnSpMk id="19" creationId="{097CAC74-134C-E98B-D4B2-9F7C90E70C1C}"/>
          </ac:cxnSpMkLst>
        </pc:cxnChg>
      </pc:sldChg>
      <pc:sldChg chg="modSp">
        <pc:chgData name="Phong Pham" userId="S::pt.phong@cadsquad.vn::10f6707c-d25a-4add-9afd-ad10869d781c" providerId="AD" clId="Web-{31C00085-68C9-1638-A2DA-6BED3FF60CBB}" dt="2026-03-03T09:00:54.962" v="35" actId="1076"/>
        <pc:sldMkLst>
          <pc:docMk/>
          <pc:sldMk cId="1365217483" sldId="273"/>
        </pc:sldMkLst>
        <pc:spChg chg="mod">
          <ac:chgData name="Phong Pham" userId="S::pt.phong@cadsquad.vn::10f6707c-d25a-4add-9afd-ad10869d781c" providerId="AD" clId="Web-{31C00085-68C9-1638-A2DA-6BED3FF60CBB}" dt="2026-03-03T08:53:20.512" v="5" actId="20577"/>
          <ac:spMkLst>
            <pc:docMk/>
            <pc:sldMk cId="1365217483" sldId="273"/>
            <ac:spMk id="6" creationId="{D0B5DB81-0B69-DC38-76E2-21A85EEF0C0D}"/>
          </ac:spMkLst>
        </pc:spChg>
        <pc:picChg chg="mod modCrop">
          <ac:chgData name="Phong Pham" userId="S::pt.phong@cadsquad.vn::10f6707c-d25a-4add-9afd-ad10869d781c" providerId="AD" clId="Web-{31C00085-68C9-1638-A2DA-6BED3FF60CBB}" dt="2026-03-03T09:00:54.962" v="35" actId="1076"/>
          <ac:picMkLst>
            <pc:docMk/>
            <pc:sldMk cId="1365217483" sldId="273"/>
            <ac:picMk id="2" creationId="{E42490C1-F7AA-CA65-131E-14E4CC206915}"/>
          </ac:picMkLst>
        </pc:picChg>
      </pc:sldChg>
      <pc:sldChg chg="modSp">
        <pc:chgData name="Phong Pham" userId="S::pt.phong@cadsquad.vn::10f6707c-d25a-4add-9afd-ad10869d781c" providerId="AD" clId="Web-{31C00085-68C9-1638-A2DA-6BED3FF60CBB}" dt="2026-03-03T09:09:34.375" v="50" actId="1076"/>
        <pc:sldMkLst>
          <pc:docMk/>
          <pc:sldMk cId="2765879193" sldId="275"/>
        </pc:sldMkLst>
        <pc:cxnChg chg="mod">
          <ac:chgData name="Phong Pham" userId="S::pt.phong@cadsquad.vn::10f6707c-d25a-4add-9afd-ad10869d781c" providerId="AD" clId="Web-{31C00085-68C9-1638-A2DA-6BED3FF60CBB}" dt="2026-03-03T09:09:34.375" v="50" actId="1076"/>
          <ac:cxnSpMkLst>
            <pc:docMk/>
            <pc:sldMk cId="2765879193" sldId="275"/>
            <ac:cxnSpMk id="19" creationId="{D5F48CAA-C748-43CD-B14C-A06901A6F2DF}"/>
          </ac:cxnSpMkLst>
        </pc:cxnChg>
      </pc:sldChg>
      <pc:sldChg chg="modSp">
        <pc:chgData name="Phong Pham" userId="S::pt.phong@cadsquad.vn::10f6707c-d25a-4add-9afd-ad10869d781c" providerId="AD" clId="Web-{31C00085-68C9-1638-A2DA-6BED3FF60CBB}" dt="2026-03-03T09:09:38.609" v="51" actId="1076"/>
        <pc:sldMkLst>
          <pc:docMk/>
          <pc:sldMk cId="2405446015" sldId="276"/>
        </pc:sldMkLst>
        <pc:cxnChg chg="mod">
          <ac:chgData name="Phong Pham" userId="S::pt.phong@cadsquad.vn::10f6707c-d25a-4add-9afd-ad10869d781c" providerId="AD" clId="Web-{31C00085-68C9-1638-A2DA-6BED3FF60CBB}" dt="2026-03-03T09:09:38.609" v="51" actId="1076"/>
          <ac:cxnSpMkLst>
            <pc:docMk/>
            <pc:sldMk cId="2405446015" sldId="276"/>
            <ac:cxnSpMk id="19" creationId="{892757D9-3493-0359-BBD4-B7E116465905}"/>
          </ac:cxnSpMkLst>
        </pc:cxnChg>
      </pc:sldChg>
      <pc:sldChg chg="addSp delSp modSp">
        <pc:chgData name="Phong Pham" userId="S::pt.phong@cadsquad.vn::10f6707c-d25a-4add-9afd-ad10869d781c" providerId="AD" clId="Web-{31C00085-68C9-1638-A2DA-6BED3FF60CBB}" dt="2026-03-03T09:12:59.860" v="92" actId="14100"/>
        <pc:sldMkLst>
          <pc:docMk/>
          <pc:sldMk cId="4009577844" sldId="284"/>
        </pc:sldMkLst>
        <pc:spChg chg="add mod">
          <ac:chgData name="Phong Pham" userId="S::pt.phong@cadsquad.vn::10f6707c-d25a-4add-9afd-ad10869d781c" providerId="AD" clId="Web-{31C00085-68C9-1638-A2DA-6BED3FF60CBB}" dt="2026-03-03T09:11:23.219" v="73" actId="1076"/>
          <ac:spMkLst>
            <pc:docMk/>
            <pc:sldMk cId="4009577844" sldId="284"/>
            <ac:spMk id="5" creationId="{BDFA0387-4BC2-7DEE-9EE3-6A24AB020A42}"/>
          </ac:spMkLst>
        </pc:spChg>
        <pc:spChg chg="mod">
          <ac:chgData name="Phong Pham" userId="S::pt.phong@cadsquad.vn::10f6707c-d25a-4add-9afd-ad10869d781c" providerId="AD" clId="Web-{31C00085-68C9-1638-A2DA-6BED3FF60CBB}" dt="2026-03-03T09:09:51.297" v="55" actId="20577"/>
          <ac:spMkLst>
            <pc:docMk/>
            <pc:sldMk cId="4009577844" sldId="284"/>
            <ac:spMk id="6" creationId="{F34D6248-FF13-0BA5-E85E-D35AB99305CB}"/>
          </ac:spMkLst>
        </pc:spChg>
        <pc:spChg chg="add mod">
          <ac:chgData name="Phong Pham" userId="S::pt.phong@cadsquad.vn::10f6707c-d25a-4add-9afd-ad10869d781c" providerId="AD" clId="Web-{31C00085-68C9-1638-A2DA-6BED3FF60CBB}" dt="2026-03-03T09:11:50.969" v="84" actId="1076"/>
          <ac:spMkLst>
            <pc:docMk/>
            <pc:sldMk cId="4009577844" sldId="284"/>
            <ac:spMk id="9" creationId="{A852E440-9497-73D8-DE66-B2C52B11FBBA}"/>
          </ac:spMkLst>
        </pc:spChg>
        <pc:spChg chg="add mod">
          <ac:chgData name="Phong Pham" userId="S::pt.phong@cadsquad.vn::10f6707c-d25a-4add-9afd-ad10869d781c" providerId="AD" clId="Web-{31C00085-68C9-1638-A2DA-6BED3FF60CBB}" dt="2026-03-03T09:12:59.860" v="92" actId="14100"/>
          <ac:spMkLst>
            <pc:docMk/>
            <pc:sldMk cId="4009577844" sldId="284"/>
            <ac:spMk id="12" creationId="{2B2AAAF7-628D-96A2-1D26-139B19BA7B59}"/>
          </ac:spMkLst>
        </pc:spChg>
        <pc:picChg chg="add mod">
          <ac:chgData name="Phong Pham" userId="S::pt.phong@cadsquad.vn::10f6707c-d25a-4add-9afd-ad10869d781c" providerId="AD" clId="Web-{31C00085-68C9-1638-A2DA-6BED3FF60CBB}" dt="2026-03-03T09:11:05.141" v="66" actId="14100"/>
          <ac:picMkLst>
            <pc:docMk/>
            <pc:sldMk cId="4009577844" sldId="284"/>
            <ac:picMk id="3" creationId="{AB1516BE-DBCC-798B-F300-185D6BE85DC9}"/>
          </ac:picMkLst>
        </pc:picChg>
        <pc:picChg chg="del">
          <ac:chgData name="Phong Pham" userId="S::pt.phong@cadsquad.vn::10f6707c-d25a-4add-9afd-ad10869d781c" providerId="AD" clId="Web-{31C00085-68C9-1638-A2DA-6BED3FF60CBB}" dt="2026-03-03T09:11:01.469" v="65"/>
          <ac:picMkLst>
            <pc:docMk/>
            <pc:sldMk cId="4009577844" sldId="284"/>
            <ac:picMk id="4" creationId="{608BEDBE-DE59-BA6E-8290-C523840DB6A3}"/>
          </ac:picMkLst>
        </pc:picChg>
        <pc:cxnChg chg="add mod">
          <ac:chgData name="Phong Pham" userId="S::pt.phong@cadsquad.vn::10f6707c-d25a-4add-9afd-ad10869d781c" providerId="AD" clId="Web-{31C00085-68C9-1638-A2DA-6BED3FF60CBB}" dt="2026-03-03T09:11:39.579" v="76" actId="14100"/>
          <ac:cxnSpMkLst>
            <pc:docMk/>
            <pc:sldMk cId="4009577844" sldId="284"/>
            <ac:cxnSpMk id="8" creationId="{811898E1-6C52-CDB3-447B-2BDC14289223}"/>
          </ac:cxnSpMkLst>
        </pc:cxnChg>
        <pc:cxnChg chg="add mod">
          <ac:chgData name="Phong Pham" userId="S::pt.phong@cadsquad.vn::10f6707c-d25a-4add-9afd-ad10869d781c" providerId="AD" clId="Web-{31C00085-68C9-1638-A2DA-6BED3FF60CBB}" dt="2026-03-03T09:12:06.673" v="88" actId="14100"/>
          <ac:cxnSpMkLst>
            <pc:docMk/>
            <pc:sldMk cId="4009577844" sldId="284"/>
            <ac:cxnSpMk id="11" creationId="{FE1D7E87-EAE9-14BA-9C07-8AD0AA5539C7}"/>
          </ac:cxnSpMkLst>
        </pc:cxnChg>
      </pc:sldChg>
      <pc:sldChg chg="modSp">
        <pc:chgData name="Phong Pham" userId="S::pt.phong@cadsquad.vn::10f6707c-d25a-4add-9afd-ad10869d781c" providerId="AD" clId="Web-{31C00085-68C9-1638-A2DA-6BED3FF60CBB}" dt="2026-03-03T08:57:51.383" v="22" actId="20577"/>
        <pc:sldMkLst>
          <pc:docMk/>
          <pc:sldMk cId="4002162916" sldId="285"/>
        </pc:sldMkLst>
        <pc:spChg chg="mod">
          <ac:chgData name="Phong Pham" userId="S::pt.phong@cadsquad.vn::10f6707c-d25a-4add-9afd-ad10869d781c" providerId="AD" clId="Web-{31C00085-68C9-1638-A2DA-6BED3FF60CBB}" dt="2026-03-03T08:57:51.383" v="22" actId="20577"/>
          <ac:spMkLst>
            <pc:docMk/>
            <pc:sldMk cId="4002162916" sldId="285"/>
            <ac:spMk id="6" creationId="{63C8CEA3-9B6A-D1B1-E2A0-582B3AE65ADF}"/>
          </ac:spMkLst>
        </pc:spChg>
      </pc:sldChg>
      <pc:sldChg chg="addSp delSp modSp add replId">
        <pc:chgData name="Phong Pham" userId="S::pt.phong@cadsquad.vn::10f6707c-d25a-4add-9afd-ad10869d781c" providerId="AD" clId="Web-{31C00085-68C9-1638-A2DA-6BED3FF60CBB}" dt="2026-03-03T09:00:27.556" v="31" actId="14100"/>
        <pc:sldMkLst>
          <pc:docMk/>
          <pc:sldMk cId="1194066328" sldId="286"/>
        </pc:sldMkLst>
        <pc:spChg chg="add del mod">
          <ac:chgData name="Phong Pham" userId="S::pt.phong@cadsquad.vn::10f6707c-d25a-4add-9afd-ad10869d781c" providerId="AD" clId="Web-{31C00085-68C9-1638-A2DA-6BED3FF60CBB}" dt="2026-03-03T09:00:09.525" v="25"/>
          <ac:spMkLst>
            <pc:docMk/>
            <pc:sldMk cId="1194066328" sldId="286"/>
            <ac:spMk id="2" creationId="{8C58B4CE-0026-CE50-EE4A-A4569F56EB2A}"/>
          </ac:spMkLst>
        </pc:spChg>
        <pc:spChg chg="add mod">
          <ac:chgData name="Phong Pham" userId="S::pt.phong@cadsquad.vn::10f6707c-d25a-4add-9afd-ad10869d781c" providerId="AD" clId="Web-{31C00085-68C9-1638-A2DA-6BED3FF60CBB}" dt="2026-03-03T09:00:21.353" v="29" actId="14100"/>
          <ac:spMkLst>
            <pc:docMk/>
            <pc:sldMk cId="1194066328" sldId="286"/>
            <ac:spMk id="5" creationId="{FF83FEC2-EA71-F548-AEC8-DB37AC5C195C}"/>
          </ac:spMkLst>
        </pc:spChg>
        <pc:spChg chg="mod">
          <ac:chgData name="Phong Pham" userId="S::pt.phong@cadsquad.vn::10f6707c-d25a-4add-9afd-ad10869d781c" providerId="AD" clId="Web-{31C00085-68C9-1638-A2DA-6BED3FF60CBB}" dt="2026-03-03T08:53:44.794" v="18" actId="20577"/>
          <ac:spMkLst>
            <pc:docMk/>
            <pc:sldMk cId="1194066328" sldId="286"/>
            <ac:spMk id="6" creationId="{D9B5FFBB-57BC-3C6F-E809-99169FF76CF5}"/>
          </ac:spMkLst>
        </pc:spChg>
        <pc:picChg chg="del">
          <ac:chgData name="Phong Pham" userId="S::pt.phong@cadsquad.vn::10f6707c-d25a-4add-9afd-ad10869d781c" providerId="AD" clId="Web-{31C00085-68C9-1638-A2DA-6BED3FF60CBB}" dt="2026-03-03T09:00:06.150" v="23"/>
          <ac:picMkLst>
            <pc:docMk/>
            <pc:sldMk cId="1194066328" sldId="286"/>
            <ac:picMk id="3" creationId="{C26C46D3-549E-3AE6-6596-FD98B6922549}"/>
          </ac:picMkLst>
        </pc:picChg>
        <pc:picChg chg="add mod">
          <ac:chgData name="Phong Pham" userId="S::pt.phong@cadsquad.vn::10f6707c-d25a-4add-9afd-ad10869d781c" providerId="AD" clId="Web-{31C00085-68C9-1638-A2DA-6BED3FF60CBB}" dt="2026-03-03T09:00:27.556" v="31" actId="14100"/>
          <ac:picMkLst>
            <pc:docMk/>
            <pc:sldMk cId="1194066328" sldId="286"/>
            <ac:picMk id="4" creationId="{64967751-2892-96E2-B6BB-EDD4964C9B39}"/>
          </ac:picMkLst>
        </pc:picChg>
      </pc:sldChg>
      <pc:sldChg chg="addSp delSp modSp add replId">
        <pc:chgData name="Phong Pham" userId="S::pt.phong@cadsquad.vn::10f6707c-d25a-4add-9afd-ad10869d781c" providerId="AD" clId="Web-{31C00085-68C9-1638-A2DA-6BED3FF60CBB}" dt="2026-03-03T09:01:15.072" v="39" actId="1076"/>
        <pc:sldMkLst>
          <pc:docMk/>
          <pc:sldMk cId="4031609138" sldId="287"/>
        </pc:sldMkLst>
        <pc:picChg chg="del">
          <ac:chgData name="Phong Pham" userId="S::pt.phong@cadsquad.vn::10f6707c-d25a-4add-9afd-ad10869d781c" providerId="AD" clId="Web-{31C00085-68C9-1638-A2DA-6BED3FF60CBB}" dt="2026-03-03T09:01:00.759" v="37"/>
          <ac:picMkLst>
            <pc:docMk/>
            <pc:sldMk cId="4031609138" sldId="287"/>
            <ac:picMk id="2" creationId="{2FB05581-115C-5B52-C311-3D30CAC1A48F}"/>
          </ac:picMkLst>
        </pc:picChg>
        <pc:picChg chg="add mod">
          <ac:chgData name="Phong Pham" userId="S::pt.phong@cadsquad.vn::10f6707c-d25a-4add-9afd-ad10869d781c" providerId="AD" clId="Web-{31C00085-68C9-1638-A2DA-6BED3FF60CBB}" dt="2026-03-03T09:01:15.072" v="39" actId="1076"/>
          <ac:picMkLst>
            <pc:docMk/>
            <pc:sldMk cId="4031609138" sldId="287"/>
            <ac:picMk id="3" creationId="{14AB25A3-30EF-C254-7693-DF4FA236F684}"/>
          </ac:picMkLst>
        </pc:picChg>
      </pc:sldChg>
      <pc:sldChg chg="addSp delSp modSp add del ord replId">
        <pc:chgData name="Phong Pham" userId="S::pt.phong@cadsquad.vn::10f6707c-d25a-4add-9afd-ad10869d781c" providerId="AD" clId="Web-{31C00085-68C9-1638-A2DA-6BED3FF60CBB}" dt="2026-03-03T09:11:09.032" v="68"/>
        <pc:sldMkLst>
          <pc:docMk/>
          <pc:sldMk cId="3256233822" sldId="288"/>
        </pc:sldMkLst>
        <pc:picChg chg="add mod">
          <ac:chgData name="Phong Pham" userId="S::pt.phong@cadsquad.vn::10f6707c-d25a-4add-9afd-ad10869d781c" providerId="AD" clId="Web-{31C00085-68C9-1638-A2DA-6BED3FF60CBB}" dt="2026-03-03T09:10:41.610" v="61" actId="1076"/>
          <ac:picMkLst>
            <pc:docMk/>
            <pc:sldMk cId="3256233822" sldId="288"/>
            <ac:picMk id="2" creationId="{BE4B793B-7E40-BA78-C828-1C664D3F9270}"/>
          </ac:picMkLst>
        </pc:picChg>
        <pc:picChg chg="del">
          <ac:chgData name="Phong Pham" userId="S::pt.phong@cadsquad.vn::10f6707c-d25a-4add-9afd-ad10869d781c" providerId="AD" clId="Web-{31C00085-68C9-1638-A2DA-6BED3FF60CBB}" dt="2026-03-03T09:10:26.782" v="57"/>
          <ac:picMkLst>
            <pc:docMk/>
            <pc:sldMk cId="3256233822" sldId="288"/>
            <ac:picMk id="4" creationId="{CA13D08B-C71D-804D-2FEE-C609E1753148}"/>
          </ac:picMkLst>
        </pc:picChg>
      </pc:sldChg>
      <pc:sldChg chg="addSp delSp add ord replId">
        <pc:chgData name="Phong Pham" userId="S::pt.phong@cadsquad.vn::10f6707c-d25a-4add-9afd-ad10869d781c" providerId="AD" clId="Web-{31C00085-68C9-1638-A2DA-6BED3FF60CBB}" dt="2026-03-03T09:11:11.157" v="69"/>
        <pc:sldMkLst>
          <pc:docMk/>
          <pc:sldMk cId="1312402134" sldId="289"/>
        </pc:sldMkLst>
        <pc:picChg chg="add del">
          <ac:chgData name="Phong Pham" userId="S::pt.phong@cadsquad.vn::10f6707c-d25a-4add-9afd-ad10869d781c" providerId="AD" clId="Web-{31C00085-68C9-1638-A2DA-6BED3FF60CBB}" dt="2026-03-03T09:11:07.688" v="67"/>
          <ac:picMkLst>
            <pc:docMk/>
            <pc:sldMk cId="1312402134" sldId="289"/>
            <ac:picMk id="3" creationId="{F2D662E9-2862-35B0-E2F4-39279D956642}"/>
          </ac:picMkLst>
        </pc:picChg>
      </pc:sldChg>
      <pc:sldChg chg="modSp add ord replId">
        <pc:chgData name="Phong Pham" userId="S::pt.phong@cadsquad.vn::10f6707c-d25a-4add-9afd-ad10869d781c" providerId="AD" clId="Web-{31C00085-68C9-1638-A2DA-6BED3FF60CBB}" dt="2026-03-03T09:13:48.877" v="110" actId="20577"/>
        <pc:sldMkLst>
          <pc:docMk/>
          <pc:sldMk cId="1353659421" sldId="290"/>
        </pc:sldMkLst>
        <pc:spChg chg="mod">
          <ac:chgData name="Phong Pham" userId="S::pt.phong@cadsquad.vn::10f6707c-d25a-4add-9afd-ad10869d781c" providerId="AD" clId="Web-{31C00085-68C9-1638-A2DA-6BED3FF60CBB}" dt="2026-03-03T09:13:43.752" v="109" actId="20577"/>
          <ac:spMkLst>
            <pc:docMk/>
            <pc:sldMk cId="1353659421" sldId="290"/>
            <ac:spMk id="5" creationId="{32E14B9D-1FBF-5931-E61D-FEB05124BCE9}"/>
          </ac:spMkLst>
        </pc:spChg>
        <pc:spChg chg="mod">
          <ac:chgData name="Phong Pham" userId="S::pt.phong@cadsquad.vn::10f6707c-d25a-4add-9afd-ad10869d781c" providerId="AD" clId="Web-{31C00085-68C9-1638-A2DA-6BED3FF60CBB}" dt="2026-03-03T09:13:33.408" v="105" actId="20577"/>
          <ac:spMkLst>
            <pc:docMk/>
            <pc:sldMk cId="1353659421" sldId="290"/>
            <ac:spMk id="6" creationId="{AB1CAAE7-1466-45E5-BD64-47DAA566485B}"/>
          </ac:spMkLst>
        </pc:spChg>
        <pc:spChg chg="mod">
          <ac:chgData name="Phong Pham" userId="S::pt.phong@cadsquad.vn::10f6707c-d25a-4add-9afd-ad10869d781c" providerId="AD" clId="Web-{31C00085-68C9-1638-A2DA-6BED3FF60CBB}" dt="2026-03-03T09:13:41.127" v="107" actId="20577"/>
          <ac:spMkLst>
            <pc:docMk/>
            <pc:sldMk cId="1353659421" sldId="290"/>
            <ac:spMk id="9" creationId="{216C073C-B518-67E1-C2B9-CDB34F47D154}"/>
          </ac:spMkLst>
        </pc:spChg>
        <pc:spChg chg="mod">
          <ac:chgData name="Phong Pham" userId="S::pt.phong@cadsquad.vn::10f6707c-d25a-4add-9afd-ad10869d781c" providerId="AD" clId="Web-{31C00085-68C9-1638-A2DA-6BED3FF60CBB}" dt="2026-03-03T09:13:48.877" v="110" actId="20577"/>
          <ac:spMkLst>
            <pc:docMk/>
            <pc:sldMk cId="1353659421" sldId="290"/>
            <ac:spMk id="12" creationId="{4D4B50E8-0A31-A96D-9048-4C8EA5258A16}"/>
          </ac:spMkLst>
        </pc:spChg>
      </pc:sldChg>
      <pc:sldChg chg="addSp delSp modSp add replId">
        <pc:chgData name="Phong Pham" userId="S::pt.phong@cadsquad.vn::10f6707c-d25a-4add-9afd-ad10869d781c" providerId="AD" clId="Web-{31C00085-68C9-1638-A2DA-6BED3FF60CBB}" dt="2026-03-03T09:17:51.539" v="115" actId="14100"/>
        <pc:sldMkLst>
          <pc:docMk/>
          <pc:sldMk cId="2086966565" sldId="291"/>
        </pc:sldMkLst>
        <pc:picChg chg="add mod">
          <ac:chgData name="Phong Pham" userId="S::pt.phong@cadsquad.vn::10f6707c-d25a-4add-9afd-ad10869d781c" providerId="AD" clId="Web-{31C00085-68C9-1638-A2DA-6BED3FF60CBB}" dt="2026-03-03T09:17:51.539" v="115" actId="14100"/>
          <ac:picMkLst>
            <pc:docMk/>
            <pc:sldMk cId="2086966565" sldId="291"/>
            <ac:picMk id="2" creationId="{F290D9C3-ABD6-1C38-1694-A2D896E83C27}"/>
          </ac:picMkLst>
        </pc:picChg>
        <pc:picChg chg="del">
          <ac:chgData name="Phong Pham" userId="S::pt.phong@cadsquad.vn::10f6707c-d25a-4add-9afd-ad10869d781c" providerId="AD" clId="Web-{31C00085-68C9-1638-A2DA-6BED3FF60CBB}" dt="2026-03-03T09:17:43.679" v="112"/>
          <ac:picMkLst>
            <pc:docMk/>
            <pc:sldMk cId="2086966565" sldId="291"/>
            <ac:picMk id="4" creationId="{703C8838-44B9-7D99-3809-E4596718B737}"/>
          </ac:picMkLst>
        </pc:picChg>
      </pc:sldChg>
      <pc:sldChg chg="addSp delSp modSp add replId">
        <pc:chgData name="Phong Pham" userId="S::pt.phong@cadsquad.vn::10f6707c-d25a-4add-9afd-ad10869d781c" providerId="AD" clId="Web-{31C00085-68C9-1638-A2DA-6BED3FF60CBB}" dt="2026-03-03T09:22:18.660" v="125" actId="14100"/>
        <pc:sldMkLst>
          <pc:docMk/>
          <pc:sldMk cId="772478228" sldId="292"/>
        </pc:sldMkLst>
        <pc:spChg chg="del">
          <ac:chgData name="Phong Pham" userId="S::pt.phong@cadsquad.vn::10f6707c-d25a-4add-9afd-ad10869d781c" providerId="AD" clId="Web-{31C00085-68C9-1638-A2DA-6BED3FF60CBB}" dt="2026-03-03T09:21:04.263" v="120"/>
          <ac:spMkLst>
            <pc:docMk/>
            <pc:sldMk cId="772478228" sldId="292"/>
            <ac:spMk id="5" creationId="{30C14B6C-7741-13BA-8053-C3DAD7F69B9E}"/>
          </ac:spMkLst>
        </pc:spChg>
        <pc:spChg chg="del">
          <ac:chgData name="Phong Pham" userId="S::pt.phong@cadsquad.vn::10f6707c-d25a-4add-9afd-ad10869d781c" providerId="AD" clId="Web-{31C00085-68C9-1638-A2DA-6BED3FF60CBB}" dt="2026-03-03T09:21:02.966" v="119"/>
          <ac:spMkLst>
            <pc:docMk/>
            <pc:sldMk cId="772478228" sldId="292"/>
            <ac:spMk id="9" creationId="{648A3E82-0B1E-F34C-E8EA-CF09E8432A30}"/>
          </ac:spMkLst>
        </pc:spChg>
        <pc:spChg chg="del">
          <ac:chgData name="Phong Pham" userId="S::pt.phong@cadsquad.vn::10f6707c-d25a-4add-9afd-ad10869d781c" providerId="AD" clId="Web-{31C00085-68C9-1638-A2DA-6BED3FF60CBB}" dt="2026-03-03T09:21:00.122" v="117"/>
          <ac:spMkLst>
            <pc:docMk/>
            <pc:sldMk cId="772478228" sldId="292"/>
            <ac:spMk id="12" creationId="{DA7A6A5E-B495-5F18-BDE0-058D89307910}"/>
          </ac:spMkLst>
        </pc:spChg>
        <pc:picChg chg="add mod">
          <ac:chgData name="Phong Pham" userId="S::pt.phong@cadsquad.vn::10f6707c-d25a-4add-9afd-ad10869d781c" providerId="AD" clId="Web-{31C00085-68C9-1638-A2DA-6BED3FF60CBB}" dt="2026-03-03T09:22:18.660" v="125" actId="14100"/>
          <ac:picMkLst>
            <pc:docMk/>
            <pc:sldMk cId="772478228" sldId="292"/>
            <ac:picMk id="2" creationId="{2911530F-FBAD-15CA-86FE-4346792FB504}"/>
          </ac:picMkLst>
        </pc:picChg>
        <pc:picChg chg="del">
          <ac:chgData name="Phong Pham" userId="S::pt.phong@cadsquad.vn::10f6707c-d25a-4add-9afd-ad10869d781c" providerId="AD" clId="Web-{31C00085-68C9-1638-A2DA-6BED3FF60CBB}" dt="2026-03-03T09:21:00.794" v="118"/>
          <ac:picMkLst>
            <pc:docMk/>
            <pc:sldMk cId="772478228" sldId="292"/>
            <ac:picMk id="3" creationId="{26063ACC-171A-CA6F-40DE-DDD64330E235}"/>
          </ac:picMkLst>
        </pc:picChg>
        <pc:cxnChg chg="del">
          <ac:chgData name="Phong Pham" userId="S::pt.phong@cadsquad.vn::10f6707c-d25a-4add-9afd-ad10869d781c" providerId="AD" clId="Web-{31C00085-68C9-1638-A2DA-6BED3FF60CBB}" dt="2026-03-03T09:21:04.903" v="121"/>
          <ac:cxnSpMkLst>
            <pc:docMk/>
            <pc:sldMk cId="772478228" sldId="292"/>
            <ac:cxnSpMk id="8" creationId="{64FF80EA-2947-C26C-2C44-2A05DE4EE468}"/>
          </ac:cxnSpMkLst>
        </pc:cxnChg>
        <pc:cxnChg chg="del">
          <ac:chgData name="Phong Pham" userId="S::pt.phong@cadsquad.vn::10f6707c-d25a-4add-9afd-ad10869d781c" providerId="AD" clId="Web-{31C00085-68C9-1638-A2DA-6BED3FF60CBB}" dt="2026-03-03T09:21:05.606" v="122"/>
          <ac:cxnSpMkLst>
            <pc:docMk/>
            <pc:sldMk cId="772478228" sldId="292"/>
            <ac:cxnSpMk id="11" creationId="{B426EA58-0165-632F-923A-C3EA85248CE4}"/>
          </ac:cxnSpMkLst>
        </pc:cxnChg>
      </pc:sldChg>
      <pc:sldChg chg="addSp delSp modSp add replId">
        <pc:chgData name="Phong Pham" userId="S::pt.phong@cadsquad.vn::10f6707c-d25a-4add-9afd-ad10869d781c" providerId="AD" clId="Web-{31C00085-68C9-1638-A2DA-6BED3FF60CBB}" dt="2026-03-03T10:08:19.047" v="160" actId="1076"/>
        <pc:sldMkLst>
          <pc:docMk/>
          <pc:sldMk cId="3254771802" sldId="293"/>
        </pc:sldMkLst>
        <pc:spChg chg="add mod">
          <ac:chgData name="Phong Pham" userId="S::pt.phong@cadsquad.vn::10f6707c-d25a-4add-9afd-ad10869d781c" providerId="AD" clId="Web-{31C00085-68C9-1638-A2DA-6BED3FF60CBB}" dt="2026-03-03T10:08:19.047" v="160" actId="1076"/>
          <ac:spMkLst>
            <pc:docMk/>
            <pc:sldMk cId="3254771802" sldId="293"/>
            <ac:spMk id="2" creationId="{9A0829A1-9151-47C2-1CC4-4BB5A19D8E34}"/>
          </ac:spMkLst>
        </pc:spChg>
        <pc:spChg chg="mod">
          <ac:chgData name="Phong Pham" userId="S::pt.phong@cadsquad.vn::10f6707c-d25a-4add-9afd-ad10869d781c" providerId="AD" clId="Web-{31C00085-68C9-1638-A2DA-6BED3FF60CBB}" dt="2026-03-03T09:23:20.479" v="138" actId="20577"/>
          <ac:spMkLst>
            <pc:docMk/>
            <pc:sldMk cId="3254771802" sldId="293"/>
            <ac:spMk id="6" creationId="{D6F24D8D-BFBE-4533-AF8A-2E67CA1C1156}"/>
          </ac:spMkLst>
        </pc:spChg>
        <pc:picChg chg="del">
          <ac:chgData name="Phong Pham" userId="S::pt.phong@cadsquad.vn::10f6707c-d25a-4add-9afd-ad10869d781c" providerId="AD" clId="Web-{31C00085-68C9-1638-A2DA-6BED3FF60CBB}" dt="2026-03-03T09:22:55.648" v="127"/>
          <ac:picMkLst>
            <pc:docMk/>
            <pc:sldMk cId="3254771802" sldId="293"/>
            <ac:picMk id="2" creationId="{121D3B45-0F8F-68E9-6CE2-EBAE0FE0431C}"/>
          </ac:picMkLst>
        </pc:picChg>
      </pc:sldChg>
    </pc:docChg>
  </pc:docChgLst>
  <pc:docChgLst>
    <pc:chgData name="Phong Pham" userId="S::pt.phong@cadsquad.vn::10f6707c-d25a-4add-9afd-ad10869d781c" providerId="AD" clId="Web-{33025399-0918-CE8B-1474-4B7FE9DE60F5}"/>
    <pc:docChg chg="addSld modSld">
      <pc:chgData name="Phong Pham" userId="S::pt.phong@cadsquad.vn::10f6707c-d25a-4add-9afd-ad10869d781c" providerId="AD" clId="Web-{33025399-0918-CE8B-1474-4B7FE9DE60F5}" dt="2026-03-03T06:35:00.640" v="154"/>
      <pc:docMkLst>
        <pc:docMk/>
      </pc:docMkLst>
      <pc:sldChg chg="addSp delSp modSp">
        <pc:chgData name="Phong Pham" userId="S::pt.phong@cadsquad.vn::10f6707c-d25a-4add-9afd-ad10869d781c" providerId="AD" clId="Web-{33025399-0918-CE8B-1474-4B7FE9DE60F5}" dt="2026-03-03T06:33:25.420" v="111" actId="20577"/>
        <pc:sldMkLst>
          <pc:docMk/>
          <pc:sldMk cId="1849002369" sldId="268"/>
        </pc:sldMkLst>
        <pc:spChg chg="add mod">
          <ac:chgData name="Phong Pham" userId="S::pt.phong@cadsquad.vn::10f6707c-d25a-4add-9afd-ad10869d781c" providerId="AD" clId="Web-{33025399-0918-CE8B-1474-4B7FE9DE60F5}" dt="2026-03-03T06:25:22.623" v="78" actId="14100"/>
          <ac:spMkLst>
            <pc:docMk/>
            <pc:sldMk cId="1849002369" sldId="268"/>
            <ac:spMk id="5" creationId="{D8BC884D-F905-C61F-9356-6F32B54FA7FA}"/>
          </ac:spMkLst>
        </pc:spChg>
        <pc:spChg chg="add mod">
          <ac:chgData name="Phong Pham" userId="S::pt.phong@cadsquad.vn::10f6707c-d25a-4add-9afd-ad10869d781c" providerId="AD" clId="Web-{33025399-0918-CE8B-1474-4B7FE9DE60F5}" dt="2026-03-03T06:31:53.840" v="99" actId="20577"/>
          <ac:spMkLst>
            <pc:docMk/>
            <pc:sldMk cId="1849002369" sldId="268"/>
            <ac:spMk id="10" creationId="{E9E44934-9704-457C-6900-D080B15E11EB}"/>
          </ac:spMkLst>
        </pc:spChg>
        <pc:spChg chg="mod">
          <ac:chgData name="Phong Pham" userId="S::pt.phong@cadsquad.vn::10f6707c-d25a-4add-9afd-ad10869d781c" providerId="AD" clId="Web-{33025399-0918-CE8B-1474-4B7FE9DE60F5}" dt="2026-03-03T06:33:25.420" v="111" actId="20577"/>
          <ac:spMkLst>
            <pc:docMk/>
            <pc:sldMk cId="1849002369" sldId="268"/>
            <ac:spMk id="18" creationId="{E72DB88C-A565-6EF2-3F7F-8350CAE4B153}"/>
          </ac:spMkLst>
        </pc:spChg>
        <pc:cxnChg chg="add del">
          <ac:chgData name="Phong Pham" userId="S::pt.phong@cadsquad.vn::10f6707c-d25a-4add-9afd-ad10869d781c" providerId="AD" clId="Web-{33025399-0918-CE8B-1474-4B7FE9DE60F5}" dt="2026-03-03T06:24:48.576" v="68"/>
          <ac:cxnSpMkLst>
            <pc:docMk/>
            <pc:sldMk cId="1849002369" sldId="268"/>
            <ac:cxnSpMk id="4" creationId="{FD90C669-DD11-CC85-630B-C71883FDAA0B}"/>
          </ac:cxnSpMkLst>
        </pc:cxnChg>
        <pc:cxnChg chg="add mod">
          <ac:chgData name="Phong Pham" userId="S::pt.phong@cadsquad.vn::10f6707c-d25a-4add-9afd-ad10869d781c" providerId="AD" clId="Web-{33025399-0918-CE8B-1474-4B7FE9DE60F5}" dt="2026-03-03T06:25:11.060" v="76" actId="14100"/>
          <ac:cxnSpMkLst>
            <pc:docMk/>
            <pc:sldMk cId="1849002369" sldId="268"/>
            <ac:cxnSpMk id="8" creationId="{72760697-3C19-4ED1-4EF2-BEB871B652FC}"/>
          </ac:cxnSpMkLst>
        </pc:cxnChg>
        <pc:cxnChg chg="add mod">
          <ac:chgData name="Phong Pham" userId="S::pt.phong@cadsquad.vn::10f6707c-d25a-4add-9afd-ad10869d781c" providerId="AD" clId="Web-{33025399-0918-CE8B-1474-4B7FE9DE60F5}" dt="2026-03-03T06:27:50.582" v="86" actId="14100"/>
          <ac:cxnSpMkLst>
            <pc:docMk/>
            <pc:sldMk cId="1849002369" sldId="268"/>
            <ac:cxnSpMk id="12" creationId="{E0A45197-A693-A26B-73DD-84EB3856850E}"/>
          </ac:cxnSpMkLst>
        </pc:cxnChg>
      </pc:sldChg>
      <pc:sldChg chg="modSp">
        <pc:chgData name="Phong Pham" userId="S::pt.phong@cadsquad.vn::10f6707c-d25a-4add-9afd-ad10869d781c" providerId="AD" clId="Web-{33025399-0918-CE8B-1474-4B7FE9DE60F5}" dt="2026-03-03T06:34:38.281" v="148" actId="20577"/>
        <pc:sldMkLst>
          <pc:docMk/>
          <pc:sldMk cId="1806628767" sldId="270"/>
        </pc:sldMkLst>
        <pc:spChg chg="mod">
          <ac:chgData name="Phong Pham" userId="S::pt.phong@cadsquad.vn::10f6707c-d25a-4add-9afd-ad10869d781c" providerId="AD" clId="Web-{33025399-0918-CE8B-1474-4B7FE9DE60F5}" dt="2026-03-03T06:34:38.281" v="148" actId="20577"/>
          <ac:spMkLst>
            <pc:docMk/>
            <pc:sldMk cId="1806628767" sldId="270"/>
            <ac:spMk id="3" creationId="{870E883A-2D4D-4FD4-CD84-8FA47F110EF6}"/>
          </ac:spMkLst>
        </pc:spChg>
      </pc:sldChg>
      <pc:sldChg chg="addSp delSp modSp">
        <pc:chgData name="Phong Pham" userId="S::pt.phong@cadsquad.vn::10f6707c-d25a-4add-9afd-ad10869d781c" providerId="AD" clId="Web-{33025399-0918-CE8B-1474-4B7FE9DE60F5}" dt="2026-03-03T06:22:11.196" v="66" actId="14100"/>
        <pc:sldMkLst>
          <pc:docMk/>
          <pc:sldMk cId="2236314812" sldId="274"/>
        </pc:sldMkLst>
        <pc:spChg chg="add mod">
          <ac:chgData name="Phong Pham" userId="S::pt.phong@cadsquad.vn::10f6707c-d25a-4add-9afd-ad10869d781c" providerId="AD" clId="Web-{33025399-0918-CE8B-1474-4B7FE9DE60F5}" dt="2026-03-03T06:18:37.808" v="38" actId="1076"/>
          <ac:spMkLst>
            <pc:docMk/>
            <pc:sldMk cId="2236314812" sldId="274"/>
            <ac:spMk id="7" creationId="{BE7AB1FF-D12E-9913-6300-6CF3040A8173}"/>
          </ac:spMkLst>
        </pc:spChg>
        <pc:spChg chg="add mod">
          <ac:chgData name="Phong Pham" userId="S::pt.phong@cadsquad.vn::10f6707c-d25a-4add-9afd-ad10869d781c" providerId="AD" clId="Web-{33025399-0918-CE8B-1474-4B7FE9DE60F5}" dt="2026-03-03T06:19:54.751" v="55" actId="1076"/>
          <ac:spMkLst>
            <pc:docMk/>
            <pc:sldMk cId="2236314812" sldId="274"/>
            <ac:spMk id="12" creationId="{FD238237-1830-DC3A-15B2-4CED3AD3122F}"/>
          </ac:spMkLst>
        </pc:spChg>
        <pc:spChg chg="add mod">
          <ac:chgData name="Phong Pham" userId="S::pt.phong@cadsquad.vn::10f6707c-d25a-4add-9afd-ad10869d781c" providerId="AD" clId="Web-{33025399-0918-CE8B-1474-4B7FE9DE60F5}" dt="2026-03-03T06:21:51.679" v="59" actId="1076"/>
          <ac:spMkLst>
            <pc:docMk/>
            <pc:sldMk cId="2236314812" sldId="274"/>
            <ac:spMk id="13" creationId="{07642F80-64C2-FC57-EC04-359CE9847EA0}"/>
          </ac:spMkLst>
        </pc:spChg>
        <pc:picChg chg="add del mod">
          <ac:chgData name="Phong Pham" userId="S::pt.phong@cadsquad.vn::10f6707c-d25a-4add-9afd-ad10869d781c" providerId="AD" clId="Web-{33025399-0918-CE8B-1474-4B7FE9DE60F5}" dt="2026-03-03T06:13:32.893" v="2"/>
          <ac:picMkLst>
            <pc:docMk/>
            <pc:sldMk cId="2236314812" sldId="274"/>
            <ac:picMk id="2" creationId="{4C267952-CB1A-4C94-1BF2-BDC6F55FC898}"/>
          </ac:picMkLst>
        </pc:picChg>
        <pc:picChg chg="add mod">
          <ac:chgData name="Phong Pham" userId="S::pt.phong@cadsquad.vn::10f6707c-d25a-4add-9afd-ad10869d781c" providerId="AD" clId="Web-{33025399-0918-CE8B-1474-4B7FE9DE60F5}" dt="2026-03-03T06:22:02.242" v="64" actId="1076"/>
          <ac:picMkLst>
            <pc:docMk/>
            <pc:sldMk cId="2236314812" sldId="274"/>
            <ac:picMk id="3" creationId="{1D6868B6-4A8C-41FF-05B0-91309BA68ED4}"/>
          </ac:picMkLst>
        </pc:picChg>
        <pc:picChg chg="add del mod">
          <ac:chgData name="Phong Pham" userId="S::pt.phong@cadsquad.vn::10f6707c-d25a-4add-9afd-ad10869d781c" providerId="AD" clId="Web-{33025399-0918-CE8B-1474-4B7FE9DE60F5}" dt="2026-03-03T06:17:59.743" v="6"/>
          <ac:picMkLst>
            <pc:docMk/>
            <pc:sldMk cId="2236314812" sldId="274"/>
            <ac:picMk id="4" creationId="{A093EBF9-F661-64B4-09F7-3AEB4EA687EB}"/>
          </ac:picMkLst>
        </pc:picChg>
        <pc:picChg chg="add mod">
          <ac:chgData name="Phong Pham" userId="S::pt.phong@cadsquad.vn::10f6707c-d25a-4add-9afd-ad10869d781c" providerId="AD" clId="Web-{33025399-0918-CE8B-1474-4B7FE9DE60F5}" dt="2026-03-03T06:19:17.890" v="47" actId="1076"/>
          <ac:picMkLst>
            <pc:docMk/>
            <pc:sldMk cId="2236314812" sldId="274"/>
            <ac:picMk id="10" creationId="{2A7037B5-F8E2-960C-08E8-5FA1CC4F882F}"/>
          </ac:picMkLst>
        </pc:picChg>
        <pc:picChg chg="add del mod">
          <ac:chgData name="Phong Pham" userId="S::pt.phong@cadsquad.vn::10f6707c-d25a-4add-9afd-ad10869d781c" providerId="AD" clId="Web-{33025399-0918-CE8B-1474-4B7FE9DE60F5}" dt="2026-03-03T06:19:42.235" v="49"/>
          <ac:picMkLst>
            <pc:docMk/>
            <pc:sldMk cId="2236314812" sldId="274"/>
            <ac:picMk id="11" creationId="{DAD55ECB-5821-59A5-179E-DDB7118EA221}"/>
          </ac:picMkLst>
        </pc:picChg>
        <pc:cxnChg chg="add mod">
          <ac:chgData name="Phong Pham" userId="S::pt.phong@cadsquad.vn::10f6707c-d25a-4add-9afd-ad10869d781c" providerId="AD" clId="Web-{33025399-0918-CE8B-1474-4B7FE9DE60F5}" dt="2026-03-03T06:18:52.341" v="41" actId="14100"/>
          <ac:cxnSpMkLst>
            <pc:docMk/>
            <pc:sldMk cId="2236314812" sldId="274"/>
            <ac:cxnSpMk id="9" creationId="{D1A8EEB7-08DA-0A01-523F-AAF66D00A390}"/>
          </ac:cxnSpMkLst>
        </pc:cxnChg>
        <pc:cxnChg chg="add mod">
          <ac:chgData name="Phong Pham" userId="S::pt.phong@cadsquad.vn::10f6707c-d25a-4add-9afd-ad10869d781c" providerId="AD" clId="Web-{33025399-0918-CE8B-1474-4B7FE9DE60F5}" dt="2026-03-03T06:22:11.196" v="66" actId="14100"/>
          <ac:cxnSpMkLst>
            <pc:docMk/>
            <pc:sldMk cId="2236314812" sldId="274"/>
            <ac:cxnSpMk id="14" creationId="{5591C46E-76AC-CA86-2B49-6E4763052A53}"/>
          </ac:cxnSpMkLst>
        </pc:cxnChg>
      </pc:sldChg>
      <pc:sldChg chg="modSp add replId">
        <pc:chgData name="Phong Pham" userId="S::pt.phong@cadsquad.vn::10f6707c-d25a-4add-9afd-ad10869d781c" providerId="AD" clId="Web-{33025399-0918-CE8B-1474-4B7FE9DE60F5}" dt="2026-03-03T06:33:31.405" v="118" actId="20577"/>
        <pc:sldMkLst>
          <pc:docMk/>
          <pc:sldMk cId="2765879193" sldId="275"/>
        </pc:sldMkLst>
        <pc:spChg chg="mod">
          <ac:chgData name="Phong Pham" userId="S::pt.phong@cadsquad.vn::10f6707c-d25a-4add-9afd-ad10869d781c" providerId="AD" clId="Web-{33025399-0918-CE8B-1474-4B7FE9DE60F5}" dt="2026-03-03T06:30:20.072" v="95" actId="20577"/>
          <ac:spMkLst>
            <pc:docMk/>
            <pc:sldMk cId="2765879193" sldId="275"/>
            <ac:spMk id="5" creationId="{31AECCE3-2753-E9F0-8355-03C629DBC975}"/>
          </ac:spMkLst>
        </pc:spChg>
        <pc:spChg chg="mod">
          <ac:chgData name="Phong Pham" userId="S::pt.phong@cadsquad.vn::10f6707c-d25a-4add-9afd-ad10869d781c" providerId="AD" clId="Web-{33025399-0918-CE8B-1474-4B7FE9DE60F5}" dt="2026-03-03T06:33:00.638" v="100" actId="20577"/>
          <ac:spMkLst>
            <pc:docMk/>
            <pc:sldMk cId="2765879193" sldId="275"/>
            <ac:spMk id="10" creationId="{C16EC8B8-0B16-9B6D-ACB8-FA0FF2F0D75A}"/>
          </ac:spMkLst>
        </pc:spChg>
        <pc:spChg chg="mod">
          <ac:chgData name="Phong Pham" userId="S::pt.phong@cadsquad.vn::10f6707c-d25a-4add-9afd-ad10869d781c" providerId="AD" clId="Web-{33025399-0918-CE8B-1474-4B7FE9DE60F5}" dt="2026-03-03T06:33:31.405" v="118" actId="20577"/>
          <ac:spMkLst>
            <pc:docMk/>
            <pc:sldMk cId="2765879193" sldId="275"/>
            <ac:spMk id="18" creationId="{24FE9C16-179A-7BE3-884F-D3505C4C3601}"/>
          </ac:spMkLst>
        </pc:spChg>
      </pc:sldChg>
      <pc:sldChg chg="modSp add replId">
        <pc:chgData name="Phong Pham" userId="S::pt.phong@cadsquad.vn::10f6707c-d25a-4add-9afd-ad10869d781c" providerId="AD" clId="Web-{33025399-0918-CE8B-1474-4B7FE9DE60F5}" dt="2026-03-03T06:33:14.857" v="109" actId="20577"/>
        <pc:sldMkLst>
          <pc:docMk/>
          <pc:sldMk cId="2405446015" sldId="276"/>
        </pc:sldMkLst>
        <pc:spChg chg="mod">
          <ac:chgData name="Phong Pham" userId="S::pt.phong@cadsquad.vn::10f6707c-d25a-4add-9afd-ad10869d781c" providerId="AD" clId="Web-{33025399-0918-CE8B-1474-4B7FE9DE60F5}" dt="2026-03-03T06:30:42.932" v="97" actId="20577"/>
          <ac:spMkLst>
            <pc:docMk/>
            <pc:sldMk cId="2405446015" sldId="276"/>
            <ac:spMk id="5" creationId="{B31FF074-C7E6-8744-E8EE-77E99F523049}"/>
          </ac:spMkLst>
        </pc:spChg>
        <pc:spChg chg="mod">
          <ac:chgData name="Phong Pham" userId="S::pt.phong@cadsquad.vn::10f6707c-d25a-4add-9afd-ad10869d781c" providerId="AD" clId="Web-{33025399-0918-CE8B-1474-4B7FE9DE60F5}" dt="2026-03-03T06:31:36.918" v="98" actId="20577"/>
          <ac:spMkLst>
            <pc:docMk/>
            <pc:sldMk cId="2405446015" sldId="276"/>
            <ac:spMk id="10" creationId="{59359526-2B95-D4B8-E2E3-9A28F79F4C6C}"/>
          </ac:spMkLst>
        </pc:spChg>
        <pc:spChg chg="mod">
          <ac:chgData name="Phong Pham" userId="S::pt.phong@cadsquad.vn::10f6707c-d25a-4add-9afd-ad10869d781c" providerId="AD" clId="Web-{33025399-0918-CE8B-1474-4B7FE9DE60F5}" dt="2026-03-03T06:33:14.857" v="109" actId="20577"/>
          <ac:spMkLst>
            <pc:docMk/>
            <pc:sldMk cId="2405446015" sldId="276"/>
            <ac:spMk id="18" creationId="{715FA16A-07F9-0473-D460-23D82F643B71}"/>
          </ac:spMkLst>
        </pc:spChg>
      </pc:sldChg>
      <pc:sldChg chg="modSp add replId">
        <pc:chgData name="Phong Pham" userId="S::pt.phong@cadsquad.vn::10f6707c-d25a-4add-9afd-ad10869d781c" providerId="AD" clId="Web-{33025399-0918-CE8B-1474-4B7FE9DE60F5}" dt="2026-03-03T06:34:48.671" v="153" actId="20577"/>
        <pc:sldMkLst>
          <pc:docMk/>
          <pc:sldMk cId="1389094564" sldId="277"/>
        </pc:sldMkLst>
        <pc:spChg chg="mod">
          <ac:chgData name="Phong Pham" userId="S::pt.phong@cadsquad.vn::10f6707c-d25a-4add-9afd-ad10869d781c" providerId="AD" clId="Web-{33025399-0918-CE8B-1474-4B7FE9DE60F5}" dt="2026-03-03T06:34:48.671" v="153" actId="20577"/>
          <ac:spMkLst>
            <pc:docMk/>
            <pc:sldMk cId="1389094564" sldId="277"/>
            <ac:spMk id="3" creationId="{A32B141D-3655-1B48-C30C-4F6D98335809}"/>
          </ac:spMkLst>
        </pc:spChg>
        <pc:spChg chg="mod">
          <ac:chgData name="Phong Pham" userId="S::pt.phong@cadsquad.vn::10f6707c-d25a-4add-9afd-ad10869d781c" providerId="AD" clId="Web-{33025399-0918-CE8B-1474-4B7FE9DE60F5}" dt="2026-03-03T06:34:29.218" v="133" actId="20577"/>
          <ac:spMkLst>
            <pc:docMk/>
            <pc:sldMk cId="1389094564" sldId="277"/>
            <ac:spMk id="7" creationId="{A9AAA9DB-54BB-91D2-E5E4-C5013E9B4DB1}"/>
          </ac:spMkLst>
        </pc:spChg>
      </pc:sldChg>
      <pc:sldChg chg="add replId">
        <pc:chgData name="Phong Pham" userId="S::pt.phong@cadsquad.vn::10f6707c-d25a-4add-9afd-ad10869d781c" providerId="AD" clId="Web-{33025399-0918-CE8B-1474-4B7FE9DE60F5}" dt="2026-03-03T06:35:00.640" v="154"/>
        <pc:sldMkLst>
          <pc:docMk/>
          <pc:sldMk cId="1764641020" sldId="278"/>
        </pc:sldMkLst>
      </pc:sldChg>
    </pc:docChg>
  </pc:docChgLst>
  <pc:docChgLst>
    <pc:chgData name="Phong Pham" userId="10f6707c-d25a-4add-9afd-ad10869d781c" providerId="ADAL" clId="{CE77C53A-C801-4D11-A2F6-153750716629}"/>
    <pc:docChg chg="undo redo custSel addSld delSld modSld">
      <pc:chgData name="Phong Pham" userId="10f6707c-d25a-4add-9afd-ad10869d781c" providerId="ADAL" clId="{CE77C53A-C801-4D11-A2F6-153750716629}" dt="2026-03-13T14:08:06.301" v="481" actId="20577"/>
      <pc:docMkLst>
        <pc:docMk/>
      </pc:docMkLst>
      <pc:sldChg chg="modSp mod">
        <pc:chgData name="Phong Pham" userId="10f6707c-d25a-4add-9afd-ad10869d781c" providerId="ADAL" clId="{CE77C53A-C801-4D11-A2F6-153750716629}" dt="2026-03-01T10:16:30.961" v="68" actId="20577"/>
        <pc:sldMkLst>
          <pc:docMk/>
          <pc:sldMk cId="0" sldId="265"/>
        </pc:sldMkLst>
        <pc:spChg chg="mod">
          <ac:chgData name="Phong Pham" userId="10f6707c-d25a-4add-9afd-ad10869d781c" providerId="ADAL" clId="{CE77C53A-C801-4D11-A2F6-153750716629}" dt="2026-03-01T10:16:20.436" v="40" actId="20577"/>
          <ac:spMkLst>
            <pc:docMk/>
            <pc:sldMk cId="0" sldId="265"/>
            <ac:spMk id="128" creationId="{00000000-0000-0000-0000-000000000000}"/>
          </ac:spMkLst>
        </pc:spChg>
        <pc:spChg chg="mod">
          <ac:chgData name="Phong Pham" userId="10f6707c-d25a-4add-9afd-ad10869d781c" providerId="ADAL" clId="{CE77C53A-C801-4D11-A2F6-153750716629}" dt="2026-03-01T10:16:26.670" v="56" actId="20577"/>
          <ac:spMkLst>
            <pc:docMk/>
            <pc:sldMk cId="0" sldId="265"/>
            <ac:spMk id="129" creationId="{00000000-0000-0000-0000-000000000000}"/>
          </ac:spMkLst>
        </pc:spChg>
        <pc:spChg chg="mod">
          <ac:chgData name="Phong Pham" userId="10f6707c-d25a-4add-9afd-ad10869d781c" providerId="ADAL" clId="{CE77C53A-C801-4D11-A2F6-153750716629}" dt="2026-03-01T10:16:30.961" v="68" actId="20577"/>
          <ac:spMkLst>
            <pc:docMk/>
            <pc:sldMk cId="0" sldId="265"/>
            <ac:spMk id="133" creationId="{00000000-0000-0000-0000-000000000000}"/>
          </ac:spMkLst>
        </pc:spChg>
      </pc:sldChg>
      <pc:sldChg chg="addSp delSp modSp mod">
        <pc:chgData name="Phong Pham" userId="10f6707c-d25a-4add-9afd-ad10869d781c" providerId="ADAL" clId="{CE77C53A-C801-4D11-A2F6-153750716629}" dt="2026-03-01T10:28:50.506" v="309" actId="14100"/>
        <pc:sldMkLst>
          <pc:docMk/>
          <pc:sldMk cId="1849002369" sldId="268"/>
        </pc:sldMkLst>
        <pc:spChg chg="mod">
          <ac:chgData name="Phong Pham" userId="10f6707c-d25a-4add-9afd-ad10869d781c" providerId="ADAL" clId="{CE77C53A-C801-4D11-A2F6-153750716629}" dt="2026-03-01T10:18:52.380" v="74" actId="20577"/>
          <ac:spMkLst>
            <pc:docMk/>
            <pc:sldMk cId="1849002369" sldId="268"/>
            <ac:spMk id="6" creationId="{DC0AEB02-FB3B-4221-DE69-91B82D33F68C}"/>
          </ac:spMkLst>
        </pc:spChg>
        <pc:spChg chg="add mod">
          <ac:chgData name="Phong Pham" userId="10f6707c-d25a-4add-9afd-ad10869d781c" providerId="ADAL" clId="{CE77C53A-C801-4D11-A2F6-153750716629}" dt="2026-03-01T10:22:57.059" v="117" actId="14100"/>
          <ac:spMkLst>
            <pc:docMk/>
            <pc:sldMk cId="1849002369" sldId="268"/>
            <ac:spMk id="11" creationId="{A0B98909-E020-2BEB-C621-AB5624873302}"/>
          </ac:spMkLst>
        </pc:spChg>
        <pc:spChg chg="add mod">
          <ac:chgData name="Phong Pham" userId="10f6707c-d25a-4add-9afd-ad10869d781c" providerId="ADAL" clId="{CE77C53A-C801-4D11-A2F6-153750716629}" dt="2026-03-01T10:28:42.957" v="306" actId="1076"/>
          <ac:spMkLst>
            <pc:docMk/>
            <pc:sldMk cId="1849002369" sldId="268"/>
            <ac:spMk id="18" creationId="{E72DB88C-A565-6EF2-3F7F-8350CAE4B153}"/>
          </ac:spMkLst>
        </pc:spChg>
        <pc:picChg chg="add mod">
          <ac:chgData name="Phong Pham" userId="10f6707c-d25a-4add-9afd-ad10869d781c" providerId="ADAL" clId="{CE77C53A-C801-4D11-A2F6-153750716629}" dt="2026-03-01T10:19:25.073" v="82" actId="1076"/>
          <ac:picMkLst>
            <pc:docMk/>
            <pc:sldMk cId="1849002369" sldId="268"/>
            <ac:picMk id="3" creationId="{38800011-0B88-27B2-C2BC-A051429C9A87}"/>
          </ac:picMkLst>
        </pc:picChg>
        <pc:cxnChg chg="add mod">
          <ac:chgData name="Phong Pham" userId="10f6707c-d25a-4add-9afd-ad10869d781c" providerId="ADAL" clId="{CE77C53A-C801-4D11-A2F6-153750716629}" dt="2026-03-01T10:23:24.031" v="121" actId="208"/>
          <ac:cxnSpMkLst>
            <pc:docMk/>
            <pc:sldMk cId="1849002369" sldId="268"/>
            <ac:cxnSpMk id="13" creationId="{4624353E-041A-B184-ECEF-3A265C70A4A5}"/>
          </ac:cxnSpMkLst>
        </pc:cxnChg>
        <pc:cxnChg chg="add mod">
          <ac:chgData name="Phong Pham" userId="10f6707c-d25a-4add-9afd-ad10869d781c" providerId="ADAL" clId="{CE77C53A-C801-4D11-A2F6-153750716629}" dt="2026-03-01T10:23:24.031" v="121" actId="208"/>
          <ac:cxnSpMkLst>
            <pc:docMk/>
            <pc:sldMk cId="1849002369" sldId="268"/>
            <ac:cxnSpMk id="16" creationId="{DCB21201-3FED-DCE4-F859-91EEF5EB0869}"/>
          </ac:cxnSpMkLst>
        </pc:cxnChg>
        <pc:cxnChg chg="add mod">
          <ac:chgData name="Phong Pham" userId="10f6707c-d25a-4add-9afd-ad10869d781c" providerId="ADAL" clId="{CE77C53A-C801-4D11-A2F6-153750716629}" dt="2026-03-01T10:28:50.506" v="309" actId="14100"/>
          <ac:cxnSpMkLst>
            <pc:docMk/>
            <pc:sldMk cId="1849002369" sldId="268"/>
            <ac:cxnSpMk id="19" creationId="{097CAC74-134C-E98B-D4B2-9F7C90E70C1C}"/>
          </ac:cxnSpMkLst>
        </pc:cxnChg>
      </pc:sldChg>
      <pc:sldChg chg="addSp delSp modSp new mod">
        <pc:chgData name="Phong Pham" userId="10f6707c-d25a-4add-9afd-ad10869d781c" providerId="ADAL" clId="{CE77C53A-C801-4D11-A2F6-153750716629}" dt="2026-03-01T10:24:50.232" v="148" actId="20577"/>
        <pc:sldMkLst>
          <pc:docMk/>
          <pc:sldMk cId="1056183174" sldId="269"/>
        </pc:sldMkLst>
        <pc:spChg chg="add mod">
          <ac:chgData name="Phong Pham" userId="10f6707c-d25a-4add-9afd-ad10869d781c" providerId="ADAL" clId="{CE77C53A-C801-4D11-A2F6-153750716629}" dt="2026-03-01T10:23:56.413" v="125"/>
          <ac:spMkLst>
            <pc:docMk/>
            <pc:sldMk cId="1056183174" sldId="269"/>
            <ac:spMk id="4" creationId="{F0AB7758-F9FF-1800-5AA3-07F1A1E3AAC3}"/>
          </ac:spMkLst>
        </pc:spChg>
        <pc:spChg chg="add mod">
          <ac:chgData name="Phong Pham" userId="10f6707c-d25a-4add-9afd-ad10869d781c" providerId="ADAL" clId="{CE77C53A-C801-4D11-A2F6-153750716629}" dt="2026-03-01T10:24:50.232" v="148" actId="20577"/>
          <ac:spMkLst>
            <pc:docMk/>
            <pc:sldMk cId="1056183174" sldId="269"/>
            <ac:spMk id="7" creationId="{AA3DF9E1-12A7-3474-C7A0-031AB00A4353}"/>
          </ac:spMkLst>
        </pc:spChg>
        <pc:picChg chg="add mod">
          <ac:chgData name="Phong Pham" userId="10f6707c-d25a-4add-9afd-ad10869d781c" providerId="ADAL" clId="{CE77C53A-C801-4D11-A2F6-153750716629}" dt="2026-03-01T10:24:21.348" v="127" actId="1076"/>
          <ac:picMkLst>
            <pc:docMk/>
            <pc:sldMk cId="1056183174" sldId="269"/>
            <ac:picMk id="6" creationId="{F40FAD6D-65CB-FE07-5678-A73369303837}"/>
          </ac:picMkLst>
        </pc:picChg>
        <pc:cxnChg chg="add mod">
          <ac:chgData name="Phong Pham" userId="10f6707c-d25a-4add-9afd-ad10869d781c" providerId="ADAL" clId="{CE77C53A-C801-4D11-A2F6-153750716629}" dt="2026-03-01T10:24:45.926" v="136" actId="14100"/>
          <ac:cxnSpMkLst>
            <pc:docMk/>
            <pc:sldMk cId="1056183174" sldId="269"/>
            <ac:cxnSpMk id="8" creationId="{5A99E99A-4C44-FAF8-6749-ABE9F3372B1A}"/>
          </ac:cxnSpMkLst>
        </pc:cxnChg>
      </pc:sldChg>
      <pc:sldChg chg="addSp modSp add mod">
        <pc:chgData name="Phong Pham" userId="10f6707c-d25a-4add-9afd-ad10869d781c" providerId="ADAL" clId="{CE77C53A-C801-4D11-A2F6-153750716629}" dt="2026-03-01T10:26:25.046" v="279" actId="14100"/>
        <pc:sldMkLst>
          <pc:docMk/>
          <pc:sldMk cId="1806628767" sldId="270"/>
        </pc:sldMkLst>
        <pc:spChg chg="add mod">
          <ac:chgData name="Phong Pham" userId="10f6707c-d25a-4add-9afd-ad10869d781c" providerId="ADAL" clId="{CE77C53A-C801-4D11-A2F6-153750716629}" dt="2026-03-01T10:26:25.046" v="279" actId="14100"/>
          <ac:spMkLst>
            <pc:docMk/>
            <pc:sldMk cId="1806628767" sldId="270"/>
            <ac:spMk id="3" creationId="{870E883A-2D4D-4FD4-CD84-8FA47F110EF6}"/>
          </ac:spMkLst>
        </pc:spChg>
        <pc:spChg chg="mod">
          <ac:chgData name="Phong Pham" userId="10f6707c-d25a-4add-9afd-ad10869d781c" providerId="ADAL" clId="{CE77C53A-C801-4D11-A2F6-153750716629}" dt="2026-03-01T10:25:46.806" v="174" actId="20577"/>
          <ac:spMkLst>
            <pc:docMk/>
            <pc:sldMk cId="1806628767" sldId="270"/>
            <ac:spMk id="7" creationId="{6B18F7D4-4BA9-E82F-0000-BB666FCC2F3D}"/>
          </ac:spMkLst>
        </pc:spChg>
      </pc:sldChg>
      <pc:sldChg chg="addSp delSp modSp new mod">
        <pc:chgData name="Phong Pham" userId="10f6707c-d25a-4add-9afd-ad10869d781c" providerId="ADAL" clId="{CE77C53A-C801-4D11-A2F6-153750716629}" dt="2026-03-01T10:37:19.164" v="436" actId="404"/>
        <pc:sldMkLst>
          <pc:docMk/>
          <pc:sldMk cId="2495590534" sldId="271"/>
        </pc:sldMkLst>
        <pc:spChg chg="add mod">
          <ac:chgData name="Phong Pham" userId="10f6707c-d25a-4add-9afd-ad10869d781c" providerId="ADAL" clId="{CE77C53A-C801-4D11-A2F6-153750716629}" dt="2026-03-01T10:26:49.688" v="286"/>
          <ac:spMkLst>
            <pc:docMk/>
            <pc:sldMk cId="2495590534" sldId="271"/>
            <ac:spMk id="6" creationId="{A5421E54-FEEA-4E94-E9F9-3264B3B19F7F}"/>
          </ac:spMkLst>
        </pc:spChg>
        <pc:spChg chg="add mod">
          <ac:chgData name="Phong Pham" userId="10f6707c-d25a-4add-9afd-ad10869d781c" providerId="ADAL" clId="{CE77C53A-C801-4D11-A2F6-153750716629}" dt="2026-03-01T10:30:29.042" v="320" actId="5793"/>
          <ac:spMkLst>
            <pc:docMk/>
            <pc:sldMk cId="2495590534" sldId="271"/>
            <ac:spMk id="11" creationId="{9AFF358F-2D99-B1AE-26A7-AEB04954384C}"/>
          </ac:spMkLst>
        </pc:spChg>
        <pc:spChg chg="add mod">
          <ac:chgData name="Phong Pham" userId="10f6707c-d25a-4add-9afd-ad10869d781c" providerId="ADAL" clId="{CE77C53A-C801-4D11-A2F6-153750716629}" dt="2026-03-01T10:32:03.666" v="347" actId="14100"/>
          <ac:spMkLst>
            <pc:docMk/>
            <pc:sldMk cId="2495590534" sldId="271"/>
            <ac:spMk id="15" creationId="{DFAABACD-9E88-D263-2512-3855ED91E21B}"/>
          </ac:spMkLst>
        </pc:spChg>
        <pc:spChg chg="add mod">
          <ac:chgData name="Phong Pham" userId="10f6707c-d25a-4add-9afd-ad10869d781c" providerId="ADAL" clId="{CE77C53A-C801-4D11-A2F6-153750716629}" dt="2026-03-01T10:32:01.029" v="345" actId="113"/>
          <ac:spMkLst>
            <pc:docMk/>
            <pc:sldMk cId="2495590534" sldId="271"/>
            <ac:spMk id="16" creationId="{B0938A96-EC1A-C99C-075F-66D62F8B1AD6}"/>
          </ac:spMkLst>
        </pc:spChg>
        <pc:spChg chg="add mod">
          <ac:chgData name="Phong Pham" userId="10f6707c-d25a-4add-9afd-ad10869d781c" providerId="ADAL" clId="{CE77C53A-C801-4D11-A2F6-153750716629}" dt="2026-03-01T10:32:00.203" v="344" actId="14100"/>
          <ac:spMkLst>
            <pc:docMk/>
            <pc:sldMk cId="2495590534" sldId="271"/>
            <ac:spMk id="19" creationId="{6F8D499D-1E55-F5D1-321B-2727634804FA}"/>
          </ac:spMkLst>
        </pc:spChg>
        <pc:spChg chg="add mod">
          <ac:chgData name="Phong Pham" userId="10f6707c-d25a-4add-9afd-ad10869d781c" providerId="ADAL" clId="{CE77C53A-C801-4D11-A2F6-153750716629}" dt="2026-03-01T10:32:33.193" v="355" actId="207"/>
          <ac:spMkLst>
            <pc:docMk/>
            <pc:sldMk cId="2495590534" sldId="271"/>
            <ac:spMk id="21" creationId="{E54107A6-2128-C2B9-EF66-B3462A028D63}"/>
          </ac:spMkLst>
        </pc:spChg>
        <pc:spChg chg="add mod">
          <ac:chgData name="Phong Pham" userId="10f6707c-d25a-4add-9afd-ad10869d781c" providerId="ADAL" clId="{CE77C53A-C801-4D11-A2F6-153750716629}" dt="2026-03-01T10:32:43.082" v="359" actId="207"/>
          <ac:spMkLst>
            <pc:docMk/>
            <pc:sldMk cId="2495590534" sldId="271"/>
            <ac:spMk id="23" creationId="{109A2F99-198B-D518-CB8A-A52F561C5A3D}"/>
          </ac:spMkLst>
        </pc:spChg>
        <pc:spChg chg="add mod">
          <ac:chgData name="Phong Pham" userId="10f6707c-d25a-4add-9afd-ad10869d781c" providerId="ADAL" clId="{CE77C53A-C801-4D11-A2F6-153750716629}" dt="2026-03-01T10:34:49.357" v="391" actId="20577"/>
          <ac:spMkLst>
            <pc:docMk/>
            <pc:sldMk cId="2495590534" sldId="271"/>
            <ac:spMk id="25" creationId="{C938524F-5B0C-81C6-E26D-2062E6258C32}"/>
          </ac:spMkLst>
        </pc:spChg>
        <pc:spChg chg="add mod">
          <ac:chgData name="Phong Pham" userId="10f6707c-d25a-4add-9afd-ad10869d781c" providerId="ADAL" clId="{CE77C53A-C801-4D11-A2F6-153750716629}" dt="2026-03-01T10:34:53.555" v="395" actId="20577"/>
          <ac:spMkLst>
            <pc:docMk/>
            <pc:sldMk cId="2495590534" sldId="271"/>
            <ac:spMk id="27" creationId="{07A3563B-7F39-75A2-01C7-C46325ACB80B}"/>
          </ac:spMkLst>
        </pc:spChg>
        <pc:spChg chg="add mod">
          <ac:chgData name="Phong Pham" userId="10f6707c-d25a-4add-9afd-ad10869d781c" providerId="ADAL" clId="{CE77C53A-C801-4D11-A2F6-153750716629}" dt="2026-03-01T10:34:46.347" v="390" actId="20577"/>
          <ac:spMkLst>
            <pc:docMk/>
            <pc:sldMk cId="2495590534" sldId="271"/>
            <ac:spMk id="29" creationId="{66759BE3-D515-7413-9974-47F522794583}"/>
          </ac:spMkLst>
        </pc:spChg>
        <pc:spChg chg="add mod">
          <ac:chgData name="Phong Pham" userId="10f6707c-d25a-4add-9afd-ad10869d781c" providerId="ADAL" clId="{CE77C53A-C801-4D11-A2F6-153750716629}" dt="2026-03-01T10:36:20.078" v="404" actId="1076"/>
          <ac:spMkLst>
            <pc:docMk/>
            <pc:sldMk cId="2495590534" sldId="271"/>
            <ac:spMk id="31" creationId="{D332BA8B-EC77-95E3-1551-DD0957ABFC59}"/>
          </ac:spMkLst>
        </pc:spChg>
        <pc:spChg chg="add mod">
          <ac:chgData name="Phong Pham" userId="10f6707c-d25a-4add-9afd-ad10869d781c" providerId="ADAL" clId="{CE77C53A-C801-4D11-A2F6-153750716629}" dt="2026-03-01T10:36:33.656" v="411" actId="207"/>
          <ac:spMkLst>
            <pc:docMk/>
            <pc:sldMk cId="2495590534" sldId="271"/>
            <ac:spMk id="33" creationId="{A3A8ED4A-C305-E0C9-ADA7-9FD72B4B5BF1}"/>
          </ac:spMkLst>
        </pc:spChg>
        <pc:spChg chg="add mod">
          <ac:chgData name="Phong Pham" userId="10f6707c-d25a-4add-9afd-ad10869d781c" providerId="ADAL" clId="{CE77C53A-C801-4D11-A2F6-153750716629}" dt="2026-03-01T10:36:49.305" v="420" actId="14100"/>
          <ac:spMkLst>
            <pc:docMk/>
            <pc:sldMk cId="2495590534" sldId="271"/>
            <ac:spMk id="35" creationId="{86948854-9993-B3EA-81B3-971E9456F2A1}"/>
          </ac:spMkLst>
        </pc:spChg>
        <pc:spChg chg="add mod">
          <ac:chgData name="Phong Pham" userId="10f6707c-d25a-4add-9afd-ad10869d781c" providerId="ADAL" clId="{CE77C53A-C801-4D11-A2F6-153750716629}" dt="2026-03-01T10:37:02.212" v="427" actId="14100"/>
          <ac:spMkLst>
            <pc:docMk/>
            <pc:sldMk cId="2495590534" sldId="271"/>
            <ac:spMk id="37" creationId="{ACAB7677-F213-2252-14D0-553EA4BDD47B}"/>
          </ac:spMkLst>
        </pc:spChg>
        <pc:spChg chg="add mod">
          <ac:chgData name="Phong Pham" userId="10f6707c-d25a-4add-9afd-ad10869d781c" providerId="ADAL" clId="{CE77C53A-C801-4D11-A2F6-153750716629}" dt="2026-03-01T10:37:19.164" v="436" actId="404"/>
          <ac:spMkLst>
            <pc:docMk/>
            <pc:sldMk cId="2495590534" sldId="271"/>
            <ac:spMk id="39" creationId="{452454FA-FF3A-AD25-F3D1-4428FDD94665}"/>
          </ac:spMkLst>
        </pc:spChg>
        <pc:picChg chg="add mod">
          <ac:chgData name="Phong Pham" userId="10f6707c-d25a-4add-9afd-ad10869d781c" providerId="ADAL" clId="{CE77C53A-C801-4D11-A2F6-153750716629}" dt="2026-03-01T10:31:20.169" v="331" actId="1076"/>
          <ac:picMkLst>
            <pc:docMk/>
            <pc:sldMk cId="2495590534" sldId="271"/>
            <ac:picMk id="9" creationId="{6302FD01-589C-4FBE-C8A7-31C87CDA6F40}"/>
          </ac:picMkLst>
        </pc:picChg>
        <pc:cxnChg chg="add mod">
          <ac:chgData name="Phong Pham" userId="10f6707c-d25a-4add-9afd-ad10869d781c" providerId="ADAL" clId="{CE77C53A-C801-4D11-A2F6-153750716629}" dt="2026-03-01T10:30:40.063" v="323" actId="14100"/>
          <ac:cxnSpMkLst>
            <pc:docMk/>
            <pc:sldMk cId="2495590534" sldId="271"/>
            <ac:cxnSpMk id="12" creationId="{28BE3809-22AE-E017-596A-4D7E7A7EE95B}"/>
          </ac:cxnSpMkLst>
        </pc:cxnChg>
      </pc:sldChg>
      <pc:sldChg chg="addSp delSp modSp add mod">
        <pc:chgData name="Phong Pham" userId="10f6707c-d25a-4add-9afd-ad10869d781c" providerId="ADAL" clId="{CE77C53A-C801-4D11-A2F6-153750716629}" dt="2026-03-01T11:11:08.133" v="469" actId="22"/>
        <pc:sldMkLst>
          <pc:docMk/>
          <pc:sldMk cId="3881697578" sldId="272"/>
        </pc:sldMkLst>
        <pc:spChg chg="add mod">
          <ac:chgData name="Phong Pham" userId="10f6707c-d25a-4add-9afd-ad10869d781c" providerId="ADAL" clId="{CE77C53A-C801-4D11-A2F6-153750716629}" dt="2026-03-01T10:41:52.107" v="467" actId="14100"/>
          <ac:spMkLst>
            <pc:docMk/>
            <pc:sldMk cId="3881697578" sldId="272"/>
            <ac:spMk id="7" creationId="{FFB3BD26-7B85-8F68-DA02-BCF7A5864521}"/>
          </ac:spMkLst>
        </pc:spChg>
        <pc:picChg chg="add mod">
          <ac:chgData name="Phong Pham" userId="10f6707c-d25a-4add-9afd-ad10869d781c" providerId="ADAL" clId="{CE77C53A-C801-4D11-A2F6-153750716629}" dt="2026-03-01T10:40:42.948" v="439" actId="1076"/>
          <ac:picMkLst>
            <pc:docMk/>
            <pc:sldMk cId="3881697578" sldId="272"/>
            <ac:picMk id="3" creationId="{A7F0D50C-8D65-A423-83F3-1B1F8BFC157F}"/>
          </ac:picMkLst>
        </pc:picChg>
      </pc:sldChg>
      <pc:sldChg chg="delSp add mod">
        <pc:chgData name="Phong Pham" userId="10f6707c-d25a-4add-9afd-ad10869d781c" providerId="ADAL" clId="{CE77C53A-C801-4D11-A2F6-153750716629}" dt="2026-03-01T11:11:12.976" v="472" actId="478"/>
        <pc:sldMkLst>
          <pc:docMk/>
          <pc:sldMk cId="1365217483" sldId="273"/>
        </pc:sldMkLst>
      </pc:sldChg>
      <pc:sldChg chg="modSp mod">
        <pc:chgData name="Phong Pham" userId="10f6707c-d25a-4add-9afd-ad10869d781c" providerId="ADAL" clId="{CE77C53A-C801-4D11-A2F6-153750716629}" dt="2026-03-13T14:06:36.315" v="473" actId="1076"/>
        <pc:sldMkLst>
          <pc:docMk/>
          <pc:sldMk cId="2236314812" sldId="274"/>
        </pc:sldMkLst>
        <pc:picChg chg="mod">
          <ac:chgData name="Phong Pham" userId="10f6707c-d25a-4add-9afd-ad10869d781c" providerId="ADAL" clId="{CE77C53A-C801-4D11-A2F6-153750716629}" dt="2026-03-13T14:06:36.315" v="473" actId="1076"/>
          <ac:picMkLst>
            <pc:docMk/>
            <pc:sldMk cId="2236314812" sldId="274"/>
            <ac:picMk id="3" creationId="{1D6868B6-4A8C-41FF-05B0-91309BA68ED4}"/>
          </ac:picMkLst>
        </pc:picChg>
      </pc:sldChg>
      <pc:sldChg chg="addSp modSp mod">
        <pc:chgData name="Phong Pham" userId="10f6707c-d25a-4add-9afd-ad10869d781c" providerId="ADAL" clId="{CE77C53A-C801-4D11-A2F6-153750716629}" dt="2026-03-13T14:07:55.547" v="480" actId="20577"/>
        <pc:sldMkLst>
          <pc:docMk/>
          <pc:sldMk cId="347653234" sldId="280"/>
        </pc:sldMkLst>
        <pc:spChg chg="mod">
          <ac:chgData name="Phong Pham" userId="10f6707c-d25a-4add-9afd-ad10869d781c" providerId="ADAL" clId="{CE77C53A-C801-4D11-A2F6-153750716629}" dt="2026-03-13T14:07:55.547" v="480" actId="20577"/>
          <ac:spMkLst>
            <pc:docMk/>
            <pc:sldMk cId="347653234" sldId="280"/>
            <ac:spMk id="4" creationId="{4ED2BBA9-6094-B020-4EA2-7F3735F25F35}"/>
          </ac:spMkLst>
        </pc:spChg>
        <pc:cxnChg chg="add mod">
          <ac:chgData name="Phong Pham" userId="10f6707c-d25a-4add-9afd-ad10869d781c" providerId="ADAL" clId="{CE77C53A-C801-4D11-A2F6-153750716629}" dt="2026-03-13T14:07:39.099" v="476" actId="14100"/>
          <ac:cxnSpMkLst>
            <pc:docMk/>
            <pc:sldMk cId="347653234" sldId="280"/>
            <ac:cxnSpMk id="5" creationId="{B876446A-B603-0AFF-8C51-93284DFB012E}"/>
          </ac:cxnSpMkLst>
        </pc:cxnChg>
        <pc:cxnChg chg="add mod">
          <ac:chgData name="Phong Pham" userId="10f6707c-d25a-4add-9afd-ad10869d781c" providerId="ADAL" clId="{CE77C53A-C801-4D11-A2F6-153750716629}" dt="2026-03-13T14:07:43.926" v="479" actId="14100"/>
          <ac:cxnSpMkLst>
            <pc:docMk/>
            <pc:sldMk cId="347653234" sldId="280"/>
            <ac:cxnSpMk id="10" creationId="{02F5554B-EF1A-A77F-B7EB-EBFD630ED5F8}"/>
          </ac:cxnSpMkLst>
        </pc:cxnChg>
      </pc:sldChg>
      <pc:sldChg chg="modSp mod">
        <pc:chgData name="Phong Pham" userId="10f6707c-d25a-4add-9afd-ad10869d781c" providerId="ADAL" clId="{CE77C53A-C801-4D11-A2F6-153750716629}" dt="2026-03-13T14:08:06.301" v="481" actId="20577"/>
        <pc:sldMkLst>
          <pc:docMk/>
          <pc:sldMk cId="441137863" sldId="281"/>
        </pc:sldMkLst>
        <pc:spChg chg="mod">
          <ac:chgData name="Phong Pham" userId="10f6707c-d25a-4add-9afd-ad10869d781c" providerId="ADAL" clId="{CE77C53A-C801-4D11-A2F6-153750716629}" dt="2026-03-13T14:08:06.301" v="481" actId="20577"/>
          <ac:spMkLst>
            <pc:docMk/>
            <pc:sldMk cId="441137863" sldId="281"/>
            <ac:spMk id="2" creationId="{884A4292-9AF0-5BCA-64BD-F178E1EAECD5}"/>
          </ac:spMkLst>
        </pc:spChg>
      </pc:sldChg>
    </pc:docChg>
  </pc:docChgLst>
  <pc:docChgLst>
    <pc:chgData name="Phong Pham" userId="S::pt.phong@cadsquad.vn::10f6707c-d25a-4add-9afd-ad10869d781c" providerId="AD" clId="Web-{1232FD4B-3909-0527-D4EC-297D4A2DABF0}"/>
    <pc:docChg chg="addSld delSld modSld">
      <pc:chgData name="Phong Pham" userId="S::pt.phong@cadsquad.vn::10f6707c-d25a-4add-9afd-ad10869d781c" providerId="AD" clId="Web-{1232FD4B-3909-0527-D4EC-297D4A2DABF0}" dt="2026-03-03T08:43:29.445" v="156" actId="1076"/>
      <pc:docMkLst>
        <pc:docMk/>
      </pc:docMkLst>
      <pc:sldChg chg="delSp modSp">
        <pc:chgData name="Phong Pham" userId="S::pt.phong@cadsquad.vn::10f6707c-d25a-4add-9afd-ad10869d781c" providerId="AD" clId="Web-{1232FD4B-3909-0527-D4EC-297D4A2DABF0}" dt="2026-03-03T06:52:50.141" v="31" actId="1076"/>
        <pc:sldMkLst>
          <pc:docMk/>
          <pc:sldMk cId="1849002369" sldId="268"/>
        </pc:sldMkLst>
        <pc:spChg chg="del">
          <ac:chgData name="Phong Pham" userId="S::pt.phong@cadsquad.vn::10f6707c-d25a-4add-9afd-ad10869d781c" providerId="AD" clId="Web-{1232FD4B-3909-0527-D4EC-297D4A2DABF0}" dt="2026-03-03T06:52:46.015" v="29"/>
          <ac:spMkLst>
            <pc:docMk/>
            <pc:sldMk cId="1849002369" sldId="268"/>
            <ac:spMk id="7" creationId="{31271960-5E21-870D-ED00-97C122AA432D}"/>
          </ac:spMkLst>
        </pc:spChg>
        <pc:spChg chg="mod">
          <ac:chgData name="Phong Pham" userId="S::pt.phong@cadsquad.vn::10f6707c-d25a-4add-9afd-ad10869d781c" providerId="AD" clId="Web-{1232FD4B-3909-0527-D4EC-297D4A2DABF0}" dt="2026-03-03T06:52:50.141" v="31" actId="1076"/>
          <ac:spMkLst>
            <pc:docMk/>
            <pc:sldMk cId="1849002369" sldId="268"/>
            <ac:spMk id="18" creationId="{E72DB88C-A565-6EF2-3F7F-8350CAE4B153}"/>
          </ac:spMkLst>
        </pc:spChg>
        <pc:cxnChg chg="del">
          <ac:chgData name="Phong Pham" userId="S::pt.phong@cadsquad.vn::10f6707c-d25a-4add-9afd-ad10869d781c" providerId="AD" clId="Web-{1232FD4B-3909-0527-D4EC-297D4A2DABF0}" dt="2026-03-03T06:52:46.953" v="30"/>
          <ac:cxnSpMkLst>
            <pc:docMk/>
            <pc:sldMk cId="1849002369" sldId="268"/>
            <ac:cxnSpMk id="9" creationId="{1C43765F-85A8-D34A-408A-CEDCB033D260}"/>
          </ac:cxnSpMkLst>
        </pc:cxnChg>
      </pc:sldChg>
      <pc:sldChg chg="addSp delSp modSp">
        <pc:chgData name="Phong Pham" userId="S::pt.phong@cadsquad.vn::10f6707c-d25a-4add-9afd-ad10869d781c" providerId="AD" clId="Web-{1232FD4B-3909-0527-D4EC-297D4A2DABF0}" dt="2026-03-03T08:43:12.539" v="150"/>
        <pc:sldMkLst>
          <pc:docMk/>
          <pc:sldMk cId="1365217483" sldId="273"/>
        </pc:sldMkLst>
        <pc:picChg chg="add mod">
          <ac:chgData name="Phong Pham" userId="S::pt.phong@cadsquad.vn::10f6707c-d25a-4add-9afd-ad10869d781c" providerId="AD" clId="Web-{1232FD4B-3909-0527-D4EC-297D4A2DABF0}" dt="2026-03-03T07:41:14.961" v="144" actId="1076"/>
          <ac:picMkLst>
            <pc:docMk/>
            <pc:sldMk cId="1365217483" sldId="273"/>
            <ac:picMk id="2" creationId="{E42490C1-F7AA-CA65-131E-14E4CC206915}"/>
          </ac:picMkLst>
        </pc:picChg>
        <pc:picChg chg="add del mod">
          <ac:chgData name="Phong Pham" userId="S::pt.phong@cadsquad.vn::10f6707c-d25a-4add-9afd-ad10869d781c" providerId="AD" clId="Web-{1232FD4B-3909-0527-D4EC-297D4A2DABF0}" dt="2026-03-03T08:43:12.539" v="150"/>
          <ac:picMkLst>
            <pc:docMk/>
            <pc:sldMk cId="1365217483" sldId="273"/>
            <ac:picMk id="3" creationId="{BED6F6B2-6CF2-6070-D785-8BF045369557}"/>
          </ac:picMkLst>
        </pc:picChg>
        <pc:picChg chg="del">
          <ac:chgData name="Phong Pham" userId="S::pt.phong@cadsquad.vn::10f6707c-d25a-4add-9afd-ad10869d781c" providerId="AD" clId="Web-{1232FD4B-3909-0527-D4EC-297D4A2DABF0}" dt="2026-03-03T07:41:11.336" v="141"/>
          <ac:picMkLst>
            <pc:docMk/>
            <pc:sldMk cId="1365217483" sldId="273"/>
            <ac:picMk id="4" creationId="{7551B201-07FC-FA51-5E88-AE338F5F8B0A}"/>
          </ac:picMkLst>
        </pc:picChg>
      </pc:sldChg>
      <pc:sldChg chg="delSp modSp">
        <pc:chgData name="Phong Pham" userId="S::pt.phong@cadsquad.vn::10f6707c-d25a-4add-9afd-ad10869d781c" providerId="AD" clId="Web-{1232FD4B-3909-0527-D4EC-297D4A2DABF0}" dt="2026-03-03T06:53:05.926" v="37"/>
        <pc:sldMkLst>
          <pc:docMk/>
          <pc:sldMk cId="2765879193" sldId="275"/>
        </pc:sldMkLst>
        <pc:spChg chg="del">
          <ac:chgData name="Phong Pham" userId="S::pt.phong@cadsquad.vn::10f6707c-d25a-4add-9afd-ad10869d781c" providerId="AD" clId="Web-{1232FD4B-3909-0527-D4EC-297D4A2DABF0}" dt="2026-03-03T06:53:05.926" v="37"/>
          <ac:spMkLst>
            <pc:docMk/>
            <pc:sldMk cId="2765879193" sldId="275"/>
            <ac:spMk id="7" creationId="{1D9E39D1-C44A-7831-38EB-CA230AF6DFB0}"/>
          </ac:spMkLst>
        </pc:spChg>
        <pc:spChg chg="mod">
          <ac:chgData name="Phong Pham" userId="S::pt.phong@cadsquad.vn::10f6707c-d25a-4add-9afd-ad10869d781c" providerId="AD" clId="Web-{1232FD4B-3909-0527-D4EC-297D4A2DABF0}" dt="2026-03-03T06:53:02.066" v="35" actId="1076"/>
          <ac:spMkLst>
            <pc:docMk/>
            <pc:sldMk cId="2765879193" sldId="275"/>
            <ac:spMk id="18" creationId="{24FE9C16-179A-7BE3-884F-D3505C4C3601}"/>
          </ac:spMkLst>
        </pc:spChg>
        <pc:cxnChg chg="del">
          <ac:chgData name="Phong Pham" userId="S::pt.phong@cadsquad.vn::10f6707c-d25a-4add-9afd-ad10869d781c" providerId="AD" clId="Web-{1232FD4B-3909-0527-D4EC-297D4A2DABF0}" dt="2026-03-03T06:53:04.332" v="36"/>
          <ac:cxnSpMkLst>
            <pc:docMk/>
            <pc:sldMk cId="2765879193" sldId="275"/>
            <ac:cxnSpMk id="9" creationId="{E5017A6E-FE16-1BC9-0E17-00AAD214C291}"/>
          </ac:cxnSpMkLst>
        </pc:cxnChg>
      </pc:sldChg>
      <pc:sldChg chg="delSp modSp">
        <pc:chgData name="Phong Pham" userId="S::pt.phong@cadsquad.vn::10f6707c-d25a-4add-9afd-ad10869d781c" providerId="AD" clId="Web-{1232FD4B-3909-0527-D4EC-297D4A2DABF0}" dt="2026-03-03T06:53:20.506" v="45"/>
        <pc:sldMkLst>
          <pc:docMk/>
          <pc:sldMk cId="2405446015" sldId="276"/>
        </pc:sldMkLst>
        <pc:spChg chg="del">
          <ac:chgData name="Phong Pham" userId="S::pt.phong@cadsquad.vn::10f6707c-d25a-4add-9afd-ad10869d781c" providerId="AD" clId="Web-{1232FD4B-3909-0527-D4EC-297D4A2DABF0}" dt="2026-03-03T06:53:20.506" v="45"/>
          <ac:spMkLst>
            <pc:docMk/>
            <pc:sldMk cId="2405446015" sldId="276"/>
            <ac:spMk id="7" creationId="{8A171DB1-3FB0-E668-1863-06021AE203CB}"/>
          </ac:spMkLst>
        </pc:spChg>
        <pc:spChg chg="mod">
          <ac:chgData name="Phong Pham" userId="S::pt.phong@cadsquad.vn::10f6707c-d25a-4add-9afd-ad10869d781c" providerId="AD" clId="Web-{1232FD4B-3909-0527-D4EC-297D4A2DABF0}" dt="2026-03-03T06:53:18.005" v="43" actId="1076"/>
          <ac:spMkLst>
            <pc:docMk/>
            <pc:sldMk cId="2405446015" sldId="276"/>
            <ac:spMk id="18" creationId="{715FA16A-07F9-0473-D460-23D82F643B71}"/>
          </ac:spMkLst>
        </pc:spChg>
        <pc:picChg chg="mod">
          <ac:chgData name="Phong Pham" userId="S::pt.phong@cadsquad.vn::10f6707c-d25a-4add-9afd-ad10869d781c" providerId="AD" clId="Web-{1232FD4B-3909-0527-D4EC-297D4A2DABF0}" dt="2026-03-03T06:53:17.630" v="42" actId="1076"/>
          <ac:picMkLst>
            <pc:docMk/>
            <pc:sldMk cId="2405446015" sldId="276"/>
            <ac:picMk id="3" creationId="{5487EE0B-66C0-5654-9E25-3D83EE35BDE5}"/>
          </ac:picMkLst>
        </pc:picChg>
        <pc:cxnChg chg="del">
          <ac:chgData name="Phong Pham" userId="S::pt.phong@cadsquad.vn::10f6707c-d25a-4add-9afd-ad10869d781c" providerId="AD" clId="Web-{1232FD4B-3909-0527-D4EC-297D4A2DABF0}" dt="2026-03-03T06:53:19.240" v="44"/>
          <ac:cxnSpMkLst>
            <pc:docMk/>
            <pc:sldMk cId="2405446015" sldId="276"/>
            <ac:cxnSpMk id="9" creationId="{47A9A198-DF2E-EFB8-02F8-C98F83A23F4D}"/>
          </ac:cxnSpMkLst>
        </pc:cxnChg>
      </pc:sldChg>
      <pc:sldChg chg="addSp delSp modSp del">
        <pc:chgData name="Phong Pham" userId="S::pt.phong@cadsquad.vn::10f6707c-d25a-4add-9afd-ad10869d781c" providerId="AD" clId="Web-{1232FD4B-3909-0527-D4EC-297D4A2DABF0}" dt="2026-03-03T06:54:15.403" v="46"/>
        <pc:sldMkLst>
          <pc:docMk/>
          <pc:sldMk cId="1764641020" sldId="278"/>
        </pc:sldMkLst>
        <pc:spChg chg="mod">
          <ac:chgData name="Phong Pham" userId="S::pt.phong@cadsquad.vn::10f6707c-d25a-4add-9afd-ad10869d781c" providerId="AD" clId="Web-{1232FD4B-3909-0527-D4EC-297D4A2DABF0}" dt="2026-03-03T06:38:21.441" v="14" actId="20577"/>
          <ac:spMkLst>
            <pc:docMk/>
            <pc:sldMk cId="1764641020" sldId="278"/>
            <ac:spMk id="6" creationId="{E2B9590E-66AF-3264-3E48-1755E2893B15}"/>
          </ac:spMkLst>
        </pc:spChg>
        <pc:picChg chg="add mod">
          <ac:chgData name="Phong Pham" userId="S::pt.phong@cadsquad.vn::10f6707c-d25a-4add-9afd-ad10869d781c" providerId="AD" clId="Web-{1232FD4B-3909-0527-D4EC-297D4A2DABF0}" dt="2026-03-03T06:38:10.690" v="2" actId="1076"/>
          <ac:picMkLst>
            <pc:docMk/>
            <pc:sldMk cId="1764641020" sldId="278"/>
            <ac:picMk id="2" creationId="{4C2BC453-FB02-D416-F936-53C042F8FA64}"/>
          </ac:picMkLst>
        </pc:picChg>
        <pc:picChg chg="del">
          <ac:chgData name="Phong Pham" userId="S::pt.phong@cadsquad.vn::10f6707c-d25a-4add-9afd-ad10869d781c" providerId="AD" clId="Web-{1232FD4B-3909-0527-D4EC-297D4A2DABF0}" dt="2026-03-03T06:36:49.590" v="0"/>
          <ac:picMkLst>
            <pc:docMk/>
            <pc:sldMk cId="1764641020" sldId="278"/>
            <ac:picMk id="4" creationId="{A075DD09-81D6-1581-5CAF-D708EB9EDFC1}"/>
          </ac:picMkLst>
        </pc:picChg>
      </pc:sldChg>
      <pc:sldChg chg="addSp delSp modSp add replId">
        <pc:chgData name="Phong Pham" userId="S::pt.phong@cadsquad.vn::10f6707c-d25a-4add-9afd-ad10869d781c" providerId="AD" clId="Web-{1232FD4B-3909-0527-D4EC-297D4A2DABF0}" dt="2026-03-03T06:41:20.200" v="26" actId="1076"/>
        <pc:sldMkLst>
          <pc:docMk/>
          <pc:sldMk cId="3433778702" sldId="279"/>
        </pc:sldMkLst>
        <pc:spChg chg="add mod">
          <ac:chgData name="Phong Pham" userId="S::pt.phong@cadsquad.vn::10f6707c-d25a-4add-9afd-ad10869d781c" providerId="AD" clId="Web-{1232FD4B-3909-0527-D4EC-297D4A2DABF0}" dt="2026-03-03T06:41:20.200" v="26" actId="1076"/>
          <ac:spMkLst>
            <pc:docMk/>
            <pc:sldMk cId="3433778702" sldId="279"/>
            <ac:spMk id="4" creationId="{D8E48432-5EA8-D6C7-2509-0793236E6494}"/>
          </ac:spMkLst>
        </pc:spChg>
        <pc:picChg chg="del">
          <ac:chgData name="Phong Pham" userId="S::pt.phong@cadsquad.vn::10f6707c-d25a-4add-9afd-ad10869d781c" providerId="AD" clId="Web-{1232FD4B-3909-0527-D4EC-297D4A2DABF0}" dt="2026-03-03T06:40:00.337" v="16"/>
          <ac:picMkLst>
            <pc:docMk/>
            <pc:sldMk cId="3433778702" sldId="279"/>
            <ac:picMk id="2" creationId="{32A1E473-6838-42BC-0C7D-8EC69476D42F}"/>
          </ac:picMkLst>
        </pc:picChg>
        <pc:picChg chg="add mod">
          <ac:chgData name="Phong Pham" userId="S::pt.phong@cadsquad.vn::10f6707c-d25a-4add-9afd-ad10869d781c" providerId="AD" clId="Web-{1232FD4B-3909-0527-D4EC-297D4A2DABF0}" dt="2026-03-03T06:40:58.340" v="19" actId="1076"/>
          <ac:picMkLst>
            <pc:docMk/>
            <pc:sldMk cId="3433778702" sldId="279"/>
            <ac:picMk id="3" creationId="{E72CD0AD-74BF-4AC9-DDBB-BD62AF333B80}"/>
          </ac:picMkLst>
        </pc:picChg>
      </pc:sldChg>
      <pc:sldChg chg="addSp delSp modSp add replId">
        <pc:chgData name="Phong Pham" userId="S::pt.phong@cadsquad.vn::10f6707c-d25a-4add-9afd-ad10869d781c" providerId="AD" clId="Web-{1232FD4B-3909-0527-D4EC-297D4A2DABF0}" dt="2026-03-03T07:30:01.632" v="84" actId="1076"/>
        <pc:sldMkLst>
          <pc:docMk/>
          <pc:sldMk cId="347653234" sldId="280"/>
        </pc:sldMkLst>
        <pc:spChg chg="add mod">
          <ac:chgData name="Phong Pham" userId="S::pt.phong@cadsquad.vn::10f6707c-d25a-4add-9afd-ad10869d781c" providerId="AD" clId="Web-{1232FD4B-3909-0527-D4EC-297D4A2DABF0}" dt="2026-03-03T06:55:35.502" v="63" actId="1076"/>
          <ac:spMkLst>
            <pc:docMk/>
            <pc:sldMk cId="347653234" sldId="280"/>
            <ac:spMk id="3" creationId="{A4595298-45B3-60C4-3DB0-DE7FBBDD0AFD}"/>
          </ac:spMkLst>
        </pc:spChg>
        <pc:spChg chg="add mod">
          <ac:chgData name="Phong Pham" userId="S::pt.phong@cadsquad.vn::10f6707c-d25a-4add-9afd-ad10869d781c" providerId="AD" clId="Web-{1232FD4B-3909-0527-D4EC-297D4A2DABF0}" dt="2026-03-03T07:30:01.632" v="84" actId="1076"/>
          <ac:spMkLst>
            <pc:docMk/>
            <pc:sldMk cId="347653234" sldId="280"/>
            <ac:spMk id="4" creationId="{4ED2BBA9-6094-B020-4EA2-7F3735F25F35}"/>
          </ac:spMkLst>
        </pc:spChg>
        <pc:spChg chg="mod">
          <ac:chgData name="Phong Pham" userId="S::pt.phong@cadsquad.vn::10f6707c-d25a-4add-9afd-ad10869d781c" providerId="AD" clId="Web-{1232FD4B-3909-0527-D4EC-297D4A2DABF0}" dt="2026-03-03T06:54:51.343" v="54" actId="20577"/>
          <ac:spMkLst>
            <pc:docMk/>
            <pc:sldMk cId="347653234" sldId="280"/>
            <ac:spMk id="6" creationId="{C5C21898-E99B-16B3-BE60-3E2A1D96D3A4}"/>
          </ac:spMkLst>
        </pc:spChg>
        <pc:picChg chg="add mod">
          <ac:chgData name="Phong Pham" userId="S::pt.phong@cadsquad.vn::10f6707c-d25a-4add-9afd-ad10869d781c" providerId="AD" clId="Web-{1232FD4B-3909-0527-D4EC-297D4A2DABF0}" dt="2026-03-03T06:55:16.423" v="58" actId="1076"/>
          <ac:picMkLst>
            <pc:docMk/>
            <pc:sldMk cId="347653234" sldId="280"/>
            <ac:picMk id="2" creationId="{43D5268B-EAC0-627A-3C53-5D8DC43F310F}"/>
          </ac:picMkLst>
        </pc:picChg>
        <pc:picChg chg="del">
          <ac:chgData name="Phong Pham" userId="S::pt.phong@cadsquad.vn::10f6707c-d25a-4add-9afd-ad10869d781c" providerId="AD" clId="Web-{1232FD4B-3909-0527-D4EC-297D4A2DABF0}" dt="2026-03-03T06:54:44.530" v="50"/>
          <ac:picMkLst>
            <pc:docMk/>
            <pc:sldMk cId="347653234" sldId="280"/>
            <ac:picMk id="4" creationId="{F1DF1D0B-3C97-AD46-F29D-BC6B33D5B50A}"/>
          </ac:picMkLst>
        </pc:picChg>
        <pc:cxnChg chg="add mod">
          <ac:chgData name="Phong Pham" userId="S::pt.phong@cadsquad.vn::10f6707c-d25a-4add-9afd-ad10869d781c" providerId="AD" clId="Web-{1232FD4B-3909-0527-D4EC-297D4A2DABF0}" dt="2026-03-03T06:56:00.518" v="67" actId="1076"/>
          <ac:cxnSpMkLst>
            <pc:docMk/>
            <pc:sldMk cId="347653234" sldId="280"/>
            <ac:cxnSpMk id="7" creationId="{43AD4676-09E3-16EC-FE1A-CB3499D251FE}"/>
          </ac:cxnSpMkLst>
        </pc:cxnChg>
      </pc:sldChg>
      <pc:sldChg chg="add del replId">
        <pc:chgData name="Phong Pham" userId="S::pt.phong@cadsquad.vn::10f6707c-d25a-4add-9afd-ad10869d781c" providerId="AD" clId="Web-{1232FD4B-3909-0527-D4EC-297D4A2DABF0}" dt="2026-03-03T06:54:23.310" v="48"/>
        <pc:sldMkLst>
          <pc:docMk/>
          <pc:sldMk cId="1753340970" sldId="280"/>
        </pc:sldMkLst>
      </pc:sldChg>
      <pc:sldChg chg="addSp delSp modSp add replId">
        <pc:chgData name="Phong Pham" userId="S::pt.phong@cadsquad.vn::10f6707c-d25a-4add-9afd-ad10869d781c" providerId="AD" clId="Web-{1232FD4B-3909-0527-D4EC-297D4A2DABF0}" dt="2026-03-03T07:32:11.611" v="93" actId="1076"/>
        <pc:sldMkLst>
          <pc:docMk/>
          <pc:sldMk cId="441137863" sldId="281"/>
        </pc:sldMkLst>
        <pc:spChg chg="add mod">
          <ac:chgData name="Phong Pham" userId="S::pt.phong@cadsquad.vn::10f6707c-d25a-4add-9afd-ad10869d781c" providerId="AD" clId="Web-{1232FD4B-3909-0527-D4EC-297D4A2DABF0}" dt="2026-03-03T07:32:11.611" v="93" actId="1076"/>
          <ac:spMkLst>
            <pc:docMk/>
            <pc:sldMk cId="441137863" sldId="281"/>
            <ac:spMk id="2" creationId="{884A4292-9AF0-5BCA-64BD-F178E1EAECD5}"/>
          </ac:spMkLst>
        </pc:spChg>
        <pc:spChg chg="mod">
          <ac:chgData name="Phong Pham" userId="S::pt.phong@cadsquad.vn::10f6707c-d25a-4add-9afd-ad10869d781c" providerId="AD" clId="Web-{1232FD4B-3909-0527-D4EC-297D4A2DABF0}" dt="2026-03-03T07:30:17.366" v="88" actId="20577"/>
          <ac:spMkLst>
            <pc:docMk/>
            <pc:sldMk cId="441137863" sldId="281"/>
            <ac:spMk id="6" creationId="{72AA088E-5DE6-4409-001A-CD9BEBDD90E6}"/>
          </ac:spMkLst>
        </pc:spChg>
        <pc:picChg chg="del">
          <ac:chgData name="Phong Pham" userId="S::pt.phong@cadsquad.vn::10f6707c-d25a-4add-9afd-ad10869d781c" providerId="AD" clId="Web-{1232FD4B-3909-0527-D4EC-297D4A2DABF0}" dt="2026-03-03T06:55:52.268" v="64"/>
          <ac:picMkLst>
            <pc:docMk/>
            <pc:sldMk cId="441137863" sldId="281"/>
            <ac:picMk id="4" creationId="{480B0540-2652-67BB-A396-3C3BABD901B1}"/>
          </ac:picMkLst>
        </pc:picChg>
      </pc:sldChg>
      <pc:sldChg chg="addSp delSp modSp add replId">
        <pc:chgData name="Phong Pham" userId="S::pt.phong@cadsquad.vn::10f6707c-d25a-4add-9afd-ad10869d781c" providerId="AD" clId="Web-{1232FD4B-3909-0527-D4EC-297D4A2DABF0}" dt="2026-03-03T07:38:05.691" v="122" actId="1076"/>
        <pc:sldMkLst>
          <pc:docMk/>
          <pc:sldMk cId="3086257883" sldId="282"/>
        </pc:sldMkLst>
        <pc:spChg chg="del">
          <ac:chgData name="Phong Pham" userId="S::pt.phong@cadsquad.vn::10f6707c-d25a-4add-9afd-ad10869d781c" providerId="AD" clId="Web-{1232FD4B-3909-0527-D4EC-297D4A2DABF0}" dt="2026-03-03T07:32:51.692" v="95"/>
          <ac:spMkLst>
            <pc:docMk/>
            <pc:sldMk cId="3086257883" sldId="282"/>
            <ac:spMk id="2" creationId="{4B435B1B-36BE-68B8-D203-9C643DA43242}"/>
          </ac:spMkLst>
        </pc:spChg>
        <pc:spChg chg="add mod">
          <ac:chgData name="Phong Pham" userId="S::pt.phong@cadsquad.vn::10f6707c-d25a-4add-9afd-ad10869d781c" providerId="AD" clId="Web-{1232FD4B-3909-0527-D4EC-297D4A2DABF0}" dt="2026-03-03T07:37:58.988" v="119" actId="20577"/>
          <ac:spMkLst>
            <pc:docMk/>
            <pc:sldMk cId="3086257883" sldId="282"/>
            <ac:spMk id="3" creationId="{BC691228-35E1-9D6A-C345-13B819A31B1D}"/>
          </ac:spMkLst>
        </pc:spChg>
        <pc:spChg chg="add mod">
          <ac:chgData name="Phong Pham" userId="S::pt.phong@cadsquad.vn::10f6707c-d25a-4add-9afd-ad10869d781c" providerId="AD" clId="Web-{1232FD4B-3909-0527-D4EC-297D4A2DABF0}" dt="2026-03-03T07:38:05.660" v="120" actId="1076"/>
          <ac:spMkLst>
            <pc:docMk/>
            <pc:sldMk cId="3086257883" sldId="282"/>
            <ac:spMk id="4" creationId="{7710C9BD-1AC8-44B7-EEC5-95E14DB59D62}"/>
          </ac:spMkLst>
        </pc:spChg>
        <pc:spChg chg="add mod">
          <ac:chgData name="Phong Pham" userId="S::pt.phong@cadsquad.vn::10f6707c-d25a-4add-9afd-ad10869d781c" providerId="AD" clId="Web-{1232FD4B-3909-0527-D4EC-297D4A2DABF0}" dt="2026-03-03T07:38:05.675" v="121" actId="1076"/>
          <ac:spMkLst>
            <pc:docMk/>
            <pc:sldMk cId="3086257883" sldId="282"/>
            <ac:spMk id="5" creationId="{7B2795C0-7762-8F92-43F4-6A40A66A4FDF}"/>
          </ac:spMkLst>
        </pc:spChg>
        <pc:spChg chg="add mod">
          <ac:chgData name="Phong Pham" userId="S::pt.phong@cadsquad.vn::10f6707c-d25a-4add-9afd-ad10869d781c" providerId="AD" clId="Web-{1232FD4B-3909-0527-D4EC-297D4A2DABF0}" dt="2026-03-03T07:38:05.691" v="122" actId="1076"/>
          <ac:spMkLst>
            <pc:docMk/>
            <pc:sldMk cId="3086257883" sldId="282"/>
            <ac:spMk id="7" creationId="{CE812DF4-86F8-6BFC-05FF-F9AD7D24CC91}"/>
          </ac:spMkLst>
        </pc:spChg>
      </pc:sldChg>
      <pc:sldChg chg="addSp delSp modSp add replId">
        <pc:chgData name="Phong Pham" userId="S::pt.phong@cadsquad.vn::10f6707c-d25a-4add-9afd-ad10869d781c" providerId="AD" clId="Web-{1232FD4B-3909-0527-D4EC-297D4A2DABF0}" dt="2026-03-03T07:39:37.334" v="139" actId="20577"/>
        <pc:sldMkLst>
          <pc:docMk/>
          <pc:sldMk cId="782400526" sldId="283"/>
        </pc:sldMkLst>
        <pc:spChg chg="add mod">
          <ac:chgData name="Phong Pham" userId="S::pt.phong@cadsquad.vn::10f6707c-d25a-4add-9afd-ad10869d781c" providerId="AD" clId="Web-{1232FD4B-3909-0527-D4EC-297D4A2DABF0}" dt="2026-03-03T07:39:37.334" v="139" actId="20577"/>
          <ac:spMkLst>
            <pc:docMk/>
            <pc:sldMk cId="782400526" sldId="283"/>
            <ac:spMk id="2" creationId="{D8F28745-528A-50DF-F04B-3DCDB218F9E0}"/>
          </ac:spMkLst>
        </pc:spChg>
        <pc:spChg chg="del">
          <ac:chgData name="Phong Pham" userId="S::pt.phong@cadsquad.vn::10f6707c-d25a-4add-9afd-ad10869d781c" providerId="AD" clId="Web-{1232FD4B-3909-0527-D4EC-297D4A2DABF0}" dt="2026-03-03T07:39:14.208" v="124"/>
          <ac:spMkLst>
            <pc:docMk/>
            <pc:sldMk cId="782400526" sldId="283"/>
            <ac:spMk id="3" creationId="{8895C043-3640-684F-2845-A405C89A147B}"/>
          </ac:spMkLst>
        </pc:spChg>
        <pc:spChg chg="del">
          <ac:chgData name="Phong Pham" userId="S::pt.phong@cadsquad.vn::10f6707c-d25a-4add-9afd-ad10869d781c" providerId="AD" clId="Web-{1232FD4B-3909-0527-D4EC-297D4A2DABF0}" dt="2026-03-03T07:39:15.396" v="125"/>
          <ac:spMkLst>
            <pc:docMk/>
            <pc:sldMk cId="782400526" sldId="283"/>
            <ac:spMk id="4" creationId="{3C0A4EF2-D982-1AAA-363B-63C8886CDF5C}"/>
          </ac:spMkLst>
        </pc:spChg>
        <pc:spChg chg="del mod">
          <ac:chgData name="Phong Pham" userId="S::pt.phong@cadsquad.vn::10f6707c-d25a-4add-9afd-ad10869d781c" providerId="AD" clId="Web-{1232FD4B-3909-0527-D4EC-297D4A2DABF0}" dt="2026-03-03T07:39:22.584" v="129"/>
          <ac:spMkLst>
            <pc:docMk/>
            <pc:sldMk cId="782400526" sldId="283"/>
            <ac:spMk id="5" creationId="{00108490-0B6A-E94B-882C-B31A9F8AF98E}"/>
          </ac:spMkLst>
        </pc:spChg>
        <pc:spChg chg="del">
          <ac:chgData name="Phong Pham" userId="S::pt.phong@cadsquad.vn::10f6707c-d25a-4add-9afd-ad10869d781c" providerId="AD" clId="Web-{1232FD4B-3909-0527-D4EC-297D4A2DABF0}" dt="2026-03-03T07:39:20.521" v="128"/>
          <ac:spMkLst>
            <pc:docMk/>
            <pc:sldMk cId="782400526" sldId="283"/>
            <ac:spMk id="7" creationId="{81021370-13D2-063F-9C56-6988D757FC7A}"/>
          </ac:spMkLst>
        </pc:spChg>
      </pc:sldChg>
      <pc:sldChg chg="add replId">
        <pc:chgData name="Phong Pham" userId="S::pt.phong@cadsquad.vn::10f6707c-d25a-4add-9afd-ad10869d781c" providerId="AD" clId="Web-{1232FD4B-3909-0527-D4EC-297D4A2DABF0}" dt="2026-03-03T07:41:09.242" v="140"/>
        <pc:sldMkLst>
          <pc:docMk/>
          <pc:sldMk cId="4009577844" sldId="284"/>
        </pc:sldMkLst>
      </pc:sldChg>
      <pc:sldChg chg="delSp modSp add replId">
        <pc:chgData name="Phong Pham" userId="S::pt.phong@cadsquad.vn::10f6707c-d25a-4add-9afd-ad10869d781c" providerId="AD" clId="Web-{1232FD4B-3909-0527-D4EC-297D4A2DABF0}" dt="2026-03-03T08:43:29.445" v="156" actId="1076"/>
        <pc:sldMkLst>
          <pc:docMk/>
          <pc:sldMk cId="4002162916" sldId="285"/>
        </pc:sldMkLst>
        <pc:picChg chg="del">
          <ac:chgData name="Phong Pham" userId="S::pt.phong@cadsquad.vn::10f6707c-d25a-4add-9afd-ad10869d781c" providerId="AD" clId="Web-{1232FD4B-3909-0527-D4EC-297D4A2DABF0}" dt="2026-03-03T08:43:15.211" v="151"/>
          <ac:picMkLst>
            <pc:docMk/>
            <pc:sldMk cId="4002162916" sldId="285"/>
            <ac:picMk id="2" creationId="{90F37451-3B49-B6E7-F259-124F8CC0DD6A}"/>
          </ac:picMkLst>
        </pc:picChg>
        <pc:picChg chg="mod">
          <ac:chgData name="Phong Pham" userId="S::pt.phong@cadsquad.vn::10f6707c-d25a-4add-9afd-ad10869d781c" providerId="AD" clId="Web-{1232FD4B-3909-0527-D4EC-297D4A2DABF0}" dt="2026-03-03T08:43:29.445" v="156" actId="1076"/>
          <ac:picMkLst>
            <pc:docMk/>
            <pc:sldMk cId="4002162916" sldId="285"/>
            <ac:picMk id="3" creationId="{12EFB7D1-1F48-462B-62A1-B4960FA66F0B}"/>
          </ac:picMkLst>
        </pc:picChg>
      </pc:sldChg>
    </pc:docChg>
  </pc:docChgLst>
  <pc:docChgLst>
    <pc:chgData name="Phong Pham" userId="S::pt.phong@cadsquad.vn::10f6707c-d25a-4add-9afd-ad10869d781c" providerId="AD" clId="Web-{987C7DA8-CD71-629F-ADD2-6EA707D26F87}"/>
    <pc:docChg chg="addSld modSld">
      <pc:chgData name="Phong Pham" userId="S::pt.phong@cadsquad.vn::10f6707c-d25a-4add-9afd-ad10869d781c" providerId="AD" clId="Web-{987C7DA8-CD71-629F-ADD2-6EA707D26F87}" dt="2026-03-02T03:46:42.155" v="12"/>
      <pc:docMkLst>
        <pc:docMk/>
      </pc:docMkLst>
      <pc:sldChg chg="addSp delSp modSp">
        <pc:chgData name="Phong Pham" userId="S::pt.phong@cadsquad.vn::10f6707c-d25a-4add-9afd-ad10869d781c" providerId="AD" clId="Web-{987C7DA8-CD71-629F-ADD2-6EA707D26F87}" dt="2026-03-02T03:46:06.451" v="10" actId="14100"/>
        <pc:sldMkLst>
          <pc:docMk/>
          <pc:sldMk cId="1365217483" sldId="273"/>
        </pc:sldMkLst>
        <pc:spChg chg="add del mod">
          <ac:chgData name="Phong Pham" userId="S::pt.phong@cadsquad.vn::10f6707c-d25a-4add-9afd-ad10869d781c" providerId="AD" clId="Web-{987C7DA8-CD71-629F-ADD2-6EA707D26F87}" dt="2026-03-02T03:45:42.748" v="3"/>
          <ac:spMkLst>
            <pc:docMk/>
            <pc:sldMk cId="1365217483" sldId="273"/>
            <ac:spMk id="2" creationId="{370F8829-DF4F-BBDB-50F7-B49345C7BC8D}"/>
          </ac:spMkLst>
        </pc:spChg>
        <pc:spChg chg="add del mod">
          <ac:chgData name="Phong Pham" userId="S::pt.phong@cadsquad.vn::10f6707c-d25a-4add-9afd-ad10869d781c" providerId="AD" clId="Web-{987C7DA8-CD71-629F-ADD2-6EA707D26F87}" dt="2026-03-02T03:45:47.560" v="7"/>
          <ac:spMkLst>
            <pc:docMk/>
            <pc:sldMk cId="1365217483" sldId="273"/>
            <ac:spMk id="3" creationId="{23162955-8BC4-7FA1-2007-508AC4F086CF}"/>
          </ac:spMkLst>
        </pc:spChg>
        <pc:picChg chg="add mod">
          <ac:chgData name="Phong Pham" userId="S::pt.phong@cadsquad.vn::10f6707c-d25a-4add-9afd-ad10869d781c" providerId="AD" clId="Web-{987C7DA8-CD71-629F-ADD2-6EA707D26F87}" dt="2026-03-02T03:46:06.451" v="10" actId="14100"/>
          <ac:picMkLst>
            <pc:docMk/>
            <pc:sldMk cId="1365217483" sldId="273"/>
            <ac:picMk id="4" creationId="{7551B201-07FC-FA51-5E88-AE338F5F8B0A}"/>
          </ac:picMkLst>
        </pc:picChg>
      </pc:sldChg>
      <pc:sldChg chg="delSp add replId">
        <pc:chgData name="Phong Pham" userId="S::pt.phong@cadsquad.vn::10f6707c-d25a-4add-9afd-ad10869d781c" providerId="AD" clId="Web-{987C7DA8-CD71-629F-ADD2-6EA707D26F87}" dt="2026-03-02T03:46:42.155" v="12"/>
        <pc:sldMkLst>
          <pc:docMk/>
          <pc:sldMk cId="2236314812" sldId="274"/>
        </pc:sldMkLst>
        <pc:picChg chg="del">
          <ac:chgData name="Phong Pham" userId="S::pt.phong@cadsquad.vn::10f6707c-d25a-4add-9afd-ad10869d781c" providerId="AD" clId="Web-{987C7DA8-CD71-629F-ADD2-6EA707D26F87}" dt="2026-03-02T03:46:42.155" v="12"/>
          <ac:picMkLst>
            <pc:docMk/>
            <pc:sldMk cId="2236314812" sldId="274"/>
            <ac:picMk id="4" creationId="{CF20DACF-CD60-40A6-62ED-443CCF021F7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7F0667-FEE0-4B81-AC8B-9656D8891BF1}" type="datetimeFigureOut">
              <a:rPr lang="en-US" smtClean="0"/>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C8585C-BCEB-4173-94F5-206BE8CBE0C2}" type="slidenum">
              <a:rPr lang="en-US" smtClean="0"/>
              <a:t>‹#›</a:t>
            </a:fld>
            <a:endParaRPr lang="en-US"/>
          </a:p>
        </p:txBody>
      </p:sp>
    </p:spTree>
    <p:extLst>
      <p:ext uri="{BB962C8B-B14F-4D97-AF65-F5344CB8AC3E}">
        <p14:creationId xmlns:p14="http://schemas.microsoft.com/office/powerpoint/2010/main" val="782446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D0788-D48A-F31D-78AA-74E87A17AA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0F63A0-BD60-C9C4-E01F-C44B4C6CDF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C82DD9-5484-3BF1-54C7-143628883E75}"/>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5" name="Footer Placeholder 4">
            <a:extLst>
              <a:ext uri="{FF2B5EF4-FFF2-40B4-BE49-F238E27FC236}">
                <a16:creationId xmlns:a16="http://schemas.microsoft.com/office/drawing/2014/main" id="{1D7B18A0-E230-BC60-FA14-71649FB69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1925D1-9FAF-AEB4-E17E-9C29A77D392D}"/>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3154345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AAF38-A9A0-0802-A4F3-E1989B583B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52B99E-D355-A1E7-14E6-68F3B909F4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0A4AB-6438-B33C-E95B-1EACA08D5B5D}"/>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5" name="Footer Placeholder 4">
            <a:extLst>
              <a:ext uri="{FF2B5EF4-FFF2-40B4-BE49-F238E27FC236}">
                <a16:creationId xmlns:a16="http://schemas.microsoft.com/office/drawing/2014/main" id="{52D54727-2C92-DDF0-AEAD-76FAE52FFD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8EC40C-6443-21EE-74CA-1D3DB6434825}"/>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1174098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062E3-E7F2-0B41-3A88-4F0110AA3B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608C90-EEBA-B53C-F4E6-1DE7718B45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DC768D-F4D9-306B-EBFA-24B447FB713D}"/>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5" name="Footer Placeholder 4">
            <a:extLst>
              <a:ext uri="{FF2B5EF4-FFF2-40B4-BE49-F238E27FC236}">
                <a16:creationId xmlns:a16="http://schemas.microsoft.com/office/drawing/2014/main" id="{2521BEB2-8A94-1A24-AA00-35C8D2D0E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2CD49-A6B6-5E70-0C14-0AE2E5B119DE}"/>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3465370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F69A-9401-0792-CCD1-257F7FF8F5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915A06-927F-0E54-2F51-2444025244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D9AED4-D69F-AD3B-66ED-9E0ECD2DE5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9A5939-24AC-2707-A712-FFD8DEECCAAB}"/>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6" name="Footer Placeholder 5">
            <a:extLst>
              <a:ext uri="{FF2B5EF4-FFF2-40B4-BE49-F238E27FC236}">
                <a16:creationId xmlns:a16="http://schemas.microsoft.com/office/drawing/2014/main" id="{48D8B3D2-A63C-6B83-D0EA-AD328B49E5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88B6A4-B661-2D71-3394-DFF9CCF8124D}"/>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164826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07C70-9A2C-17CA-18DF-8BA17DF0A9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0BE1C6-A7AD-5741-2A29-165FACFB5F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B79585-B220-3DEC-AEF3-BFC0A25DB2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BA2312-EA14-BC7A-8CD0-93FD9DA153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4A4C57-1224-368B-3B28-995495C3F6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DDFFE9-BC0A-D2B9-0852-2B6AC410C311}"/>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8" name="Footer Placeholder 7">
            <a:extLst>
              <a:ext uri="{FF2B5EF4-FFF2-40B4-BE49-F238E27FC236}">
                <a16:creationId xmlns:a16="http://schemas.microsoft.com/office/drawing/2014/main" id="{938AFCCF-63E0-F08D-C173-32172E2356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6B5715-9C2D-D123-D8D1-03F5F534EBB6}"/>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4109078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B554-9244-6C29-C038-52C2260881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C0ACC5-77E7-6D09-2825-D153EF3D085B}"/>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4" name="Footer Placeholder 3">
            <a:extLst>
              <a:ext uri="{FF2B5EF4-FFF2-40B4-BE49-F238E27FC236}">
                <a16:creationId xmlns:a16="http://schemas.microsoft.com/office/drawing/2014/main" id="{61C5634A-BC9E-BE23-07B8-C2BD393AB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AB91D7-4337-F9F1-9FE3-5AFDD44C59BD}"/>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279508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A43AD8-34AE-DC5C-8C3E-85DF99ED3C03}"/>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3" name="Footer Placeholder 2">
            <a:extLst>
              <a:ext uri="{FF2B5EF4-FFF2-40B4-BE49-F238E27FC236}">
                <a16:creationId xmlns:a16="http://schemas.microsoft.com/office/drawing/2014/main" id="{C7956574-5BE4-7BCC-9ED5-9ACC9FCFE0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7EA712-9E76-1F80-C3DF-09B6B9089DC3}"/>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1826950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4F9EA-C31F-2337-F864-0BC4315F8D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870C05-2542-433E-5EC6-DBA0D04B8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3D8EFB-8014-B26D-C2A9-C64C7B0C4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AB828-8A74-90CA-2B3A-5392A17E3DB9}"/>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6" name="Footer Placeholder 5">
            <a:extLst>
              <a:ext uri="{FF2B5EF4-FFF2-40B4-BE49-F238E27FC236}">
                <a16:creationId xmlns:a16="http://schemas.microsoft.com/office/drawing/2014/main" id="{EB867764-9EF8-E6B1-D776-9ECF0D9710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741B6-E714-C441-3006-8628794D8B9B}"/>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756299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83B9-D8AE-6984-B2DD-FC949601DC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A01520-9D39-8D14-7EFA-3A0A4CF3D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5D2C66-D273-35E5-511D-4D6B60823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737A0E-BB5E-016D-CC0E-E2AA35580ABA}"/>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6" name="Footer Placeholder 5">
            <a:extLst>
              <a:ext uri="{FF2B5EF4-FFF2-40B4-BE49-F238E27FC236}">
                <a16:creationId xmlns:a16="http://schemas.microsoft.com/office/drawing/2014/main" id="{D339C676-489F-8A77-7814-6E68F50F2B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2AC7CF-CE4B-C1C9-5DFB-326480C3F379}"/>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3030178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7131E-FC5F-6CAC-03EF-39CCAB5877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62FC20-212D-00EF-6259-97AE68491F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7047CF-B7B6-358E-A398-ECFDC1CA8E06}"/>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5" name="Footer Placeholder 4">
            <a:extLst>
              <a:ext uri="{FF2B5EF4-FFF2-40B4-BE49-F238E27FC236}">
                <a16:creationId xmlns:a16="http://schemas.microsoft.com/office/drawing/2014/main" id="{223D8FF3-E608-F77A-9916-F3C0028BC7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55171-BB45-B48E-E771-909EDE080CBC}"/>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2473858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EA03DD-D181-D876-0FD0-C638B74A4E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25C3F8-3EC1-89BC-C32D-1B13E81DA8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A04901-C6A4-3092-330B-797B5E035174}"/>
              </a:ext>
            </a:extLst>
          </p:cNvPr>
          <p:cNvSpPr>
            <a:spLocks noGrp="1"/>
          </p:cNvSpPr>
          <p:nvPr>
            <p:ph type="dt" sz="half" idx="10"/>
          </p:nvPr>
        </p:nvSpPr>
        <p:spPr/>
        <p:txBody>
          <a:bodyPr/>
          <a:lstStyle/>
          <a:p>
            <a:fld id="{2CC3EDB9-2E22-4017-8A4D-DE510A765B7E}" type="datetimeFigureOut">
              <a:rPr lang="en-US" smtClean="0"/>
              <a:t>3/13/2026</a:t>
            </a:fld>
            <a:endParaRPr lang="en-US"/>
          </a:p>
        </p:txBody>
      </p:sp>
      <p:sp>
        <p:nvSpPr>
          <p:cNvPr id="5" name="Footer Placeholder 4">
            <a:extLst>
              <a:ext uri="{FF2B5EF4-FFF2-40B4-BE49-F238E27FC236}">
                <a16:creationId xmlns:a16="http://schemas.microsoft.com/office/drawing/2014/main" id="{19AE739A-05F9-0489-DCC5-CF8E7EB1B1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754F6-CDA7-05DF-337C-2A28EEE4C6C2}"/>
              </a:ext>
            </a:extLst>
          </p:cNvPr>
          <p:cNvSpPr>
            <a:spLocks noGrp="1"/>
          </p:cNvSpPr>
          <p:nvPr>
            <p:ph type="sldNum" sz="quarter" idx="12"/>
          </p:nvPr>
        </p:nvSpPr>
        <p:spPr/>
        <p:txBody>
          <a:bodyPr/>
          <a:lstStyle/>
          <a:p>
            <a:fld id="{EE1A7FDD-DFC7-43B3-98D3-CDD816A6F927}" type="slidenum">
              <a:rPr lang="en-US" smtClean="0"/>
              <a:t>‹#›</a:t>
            </a:fld>
            <a:endParaRPr lang="en-US"/>
          </a:p>
        </p:txBody>
      </p:sp>
    </p:spTree>
    <p:extLst>
      <p:ext uri="{BB962C8B-B14F-4D97-AF65-F5344CB8AC3E}">
        <p14:creationId xmlns:p14="http://schemas.microsoft.com/office/powerpoint/2010/main" val="62986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BBAC40-C345-62CB-50F0-00E33E9876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E0FB19-43AA-DD4C-6744-7ACB2E2E97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FB390-AB5F-2C9B-601E-3F8CFE430E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C3EDB9-2E22-4017-8A4D-DE510A765B7E}" type="datetimeFigureOut">
              <a:rPr lang="en-US" smtClean="0"/>
              <a:t>3/13/2026</a:t>
            </a:fld>
            <a:endParaRPr lang="en-US"/>
          </a:p>
        </p:txBody>
      </p:sp>
      <p:sp>
        <p:nvSpPr>
          <p:cNvPr id="5" name="Footer Placeholder 4">
            <a:extLst>
              <a:ext uri="{FF2B5EF4-FFF2-40B4-BE49-F238E27FC236}">
                <a16:creationId xmlns:a16="http://schemas.microsoft.com/office/drawing/2014/main" id="{7022F02E-4AFD-7FED-4718-F43D879405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3D463D-A0B4-6E32-B3BB-F7E1BB937F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1A7FDD-DFC7-43B3-98D3-CDD816A6F927}" type="slidenum">
              <a:rPr lang="en-US" smtClean="0"/>
              <a:t>‹#›</a:t>
            </a:fld>
            <a:endParaRPr lang="en-US"/>
          </a:p>
        </p:txBody>
      </p:sp>
    </p:spTree>
    <p:extLst>
      <p:ext uri="{BB962C8B-B14F-4D97-AF65-F5344CB8AC3E}">
        <p14:creationId xmlns:p14="http://schemas.microsoft.com/office/powerpoint/2010/main" val="4093573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017667" y="2814574"/>
            <a:ext cx="10574000" cy="706310"/>
          </a:xfrm>
          <a:prstGeom prst="rect">
            <a:avLst/>
          </a:prstGeom>
        </p:spPr>
        <p:txBody>
          <a:bodyPr spcFirstLastPara="1" vert="horz" wrap="square" lIns="121900" tIns="121900" rIns="121900" bIns="121900" rtlCol="0" anchor="ctr" anchorCtr="0">
            <a:noAutofit/>
          </a:bodyPr>
          <a:lstStyle/>
          <a:p>
            <a:pPr>
              <a:spcBef>
                <a:spcPts val="0"/>
              </a:spcBef>
            </a:pPr>
            <a:r>
              <a:rPr lang="en" sz="5000" b="1">
                <a:solidFill>
                  <a:srgbClr val="274E13"/>
                </a:solidFill>
              </a:rPr>
              <a:t>CADSQUAD NEW WEBSITE IDEA</a:t>
            </a:r>
            <a:endParaRPr sz="5000" b="1">
              <a:solidFill>
                <a:srgbClr val="274E13"/>
              </a:solidFill>
            </a:endParaRPr>
          </a:p>
        </p:txBody>
      </p:sp>
      <p:sp>
        <p:nvSpPr>
          <p:cNvPr id="129" name="Google Shape;129;p13"/>
          <p:cNvSpPr txBox="1">
            <a:spLocks noGrp="1"/>
          </p:cNvSpPr>
          <p:nvPr>
            <p:ph type="subTitle" idx="1"/>
          </p:nvPr>
        </p:nvSpPr>
        <p:spPr>
          <a:xfrm>
            <a:off x="3253000" y="3429000"/>
            <a:ext cx="6250800" cy="675600"/>
          </a:xfrm>
          <a:prstGeom prst="rect">
            <a:avLst/>
          </a:prstGeom>
        </p:spPr>
        <p:txBody>
          <a:bodyPr spcFirstLastPara="1" vert="horz" wrap="square" lIns="121900" tIns="121900" rIns="121900" bIns="121900" rtlCol="0" anchor="ctr" anchorCtr="0">
            <a:noAutofit/>
          </a:bodyPr>
          <a:lstStyle/>
          <a:p>
            <a:r>
              <a:rPr lang="en-US" sz="2933">
                <a:solidFill>
                  <a:srgbClr val="FF0000"/>
                </a:solidFill>
              </a:rPr>
              <a:t>Revision: 00</a:t>
            </a:r>
            <a:endParaRPr lang="en" sz="2933">
              <a:solidFill>
                <a:srgbClr val="FF0000"/>
              </a:solidFill>
            </a:endParaRPr>
          </a:p>
        </p:txBody>
      </p:sp>
      <p:cxnSp>
        <p:nvCxnSpPr>
          <p:cNvPr id="132" name="Google Shape;132;p13"/>
          <p:cNvCxnSpPr/>
          <p:nvPr/>
        </p:nvCxnSpPr>
        <p:spPr>
          <a:xfrm>
            <a:off x="1270733" y="3474400"/>
            <a:ext cx="9903600" cy="15200"/>
          </a:xfrm>
          <a:prstGeom prst="straightConnector1">
            <a:avLst/>
          </a:prstGeom>
          <a:noFill/>
          <a:ln w="9525" cap="flat" cmpd="sng">
            <a:solidFill>
              <a:schemeClr val="dk2"/>
            </a:solidFill>
            <a:prstDash val="solid"/>
            <a:round/>
            <a:headEnd type="none" w="med" len="med"/>
            <a:tailEnd type="none" w="med" len="med"/>
          </a:ln>
        </p:spPr>
      </p:cxnSp>
      <p:sp>
        <p:nvSpPr>
          <p:cNvPr id="133" name="Google Shape;133;p13"/>
          <p:cNvSpPr txBox="1">
            <a:spLocks noGrp="1"/>
          </p:cNvSpPr>
          <p:nvPr>
            <p:ph type="subTitle" idx="1"/>
          </p:nvPr>
        </p:nvSpPr>
        <p:spPr>
          <a:xfrm>
            <a:off x="208230" y="6071350"/>
            <a:ext cx="10830403" cy="675600"/>
          </a:xfrm>
          <a:prstGeom prst="rect">
            <a:avLst/>
          </a:prstGeom>
        </p:spPr>
        <p:txBody>
          <a:bodyPr spcFirstLastPara="1" vert="horz" wrap="square" lIns="121900" tIns="121900" rIns="121900" bIns="121900" rtlCol="0" anchor="ctr" anchorCtr="0">
            <a:noAutofit/>
          </a:bodyPr>
          <a:lstStyle/>
          <a:p>
            <a:pPr algn="r">
              <a:spcBef>
                <a:spcPts val="0"/>
              </a:spcBef>
            </a:pPr>
            <a:r>
              <a:rPr lang="en" sz="2933" i="1">
                <a:solidFill>
                  <a:srgbClr val="434343"/>
                </a:solidFill>
              </a:rPr>
              <a:t>Presenter: Phong Pham</a:t>
            </a:r>
            <a:endParaRPr sz="2933" i="1">
              <a:solidFill>
                <a:srgbClr val="434343"/>
              </a:solidFill>
            </a:endParaRPr>
          </a:p>
        </p:txBody>
      </p:sp>
      <p:pic>
        <p:nvPicPr>
          <p:cNvPr id="2" name="Picture 1">
            <a:extLst>
              <a:ext uri="{FF2B5EF4-FFF2-40B4-BE49-F238E27FC236}">
                <a16:creationId xmlns:a16="http://schemas.microsoft.com/office/drawing/2014/main" id="{811CAEA0-F2FE-0314-2E9F-056CD2C9BD6C}"/>
              </a:ext>
            </a:extLst>
          </p:cNvPr>
          <p:cNvPicPr>
            <a:picLocks noChangeAspect="1"/>
          </p:cNvPicPr>
          <p:nvPr/>
        </p:nvPicPr>
        <p:blipFill>
          <a:blip r:embed="rId3"/>
          <a:stretch>
            <a:fillRect/>
          </a:stretch>
        </p:blipFill>
        <p:spPr>
          <a:xfrm>
            <a:off x="3732770" y="566089"/>
            <a:ext cx="4726460" cy="2324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AEC3D-2A08-535A-5CF4-425DE0E61B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C0AEB02-FB3B-4221-DE69-91B82D33F68C}"/>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3" name="Picture 2">
            <a:extLst>
              <a:ext uri="{FF2B5EF4-FFF2-40B4-BE49-F238E27FC236}">
                <a16:creationId xmlns:a16="http://schemas.microsoft.com/office/drawing/2014/main" id="{38800011-0B88-27B2-C2BC-A051429C9A87}"/>
              </a:ext>
            </a:extLst>
          </p:cNvPr>
          <p:cNvPicPr>
            <a:picLocks noChangeAspect="1"/>
          </p:cNvPicPr>
          <p:nvPr/>
        </p:nvPicPr>
        <p:blipFill>
          <a:blip r:embed="rId2"/>
          <a:stretch>
            <a:fillRect/>
          </a:stretch>
        </p:blipFill>
        <p:spPr>
          <a:xfrm>
            <a:off x="0" y="699913"/>
            <a:ext cx="12192000" cy="5880696"/>
          </a:xfrm>
          <a:prstGeom prst="rect">
            <a:avLst/>
          </a:prstGeom>
        </p:spPr>
      </p:pic>
      <p:sp>
        <p:nvSpPr>
          <p:cNvPr id="11" name="Rectangle: Rounded Corners 10">
            <a:extLst>
              <a:ext uri="{FF2B5EF4-FFF2-40B4-BE49-F238E27FC236}">
                <a16:creationId xmlns:a16="http://schemas.microsoft.com/office/drawing/2014/main" id="{A0B98909-E020-2BEB-C621-AB5624873302}"/>
              </a:ext>
            </a:extLst>
          </p:cNvPr>
          <p:cNvSpPr/>
          <p:nvPr/>
        </p:nvSpPr>
        <p:spPr>
          <a:xfrm>
            <a:off x="8286751" y="339520"/>
            <a:ext cx="1328737" cy="2619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AFFILIATE</a:t>
            </a:r>
          </a:p>
        </p:txBody>
      </p:sp>
      <p:cxnSp>
        <p:nvCxnSpPr>
          <p:cNvPr id="13" name="Straight Arrow Connector 12">
            <a:extLst>
              <a:ext uri="{FF2B5EF4-FFF2-40B4-BE49-F238E27FC236}">
                <a16:creationId xmlns:a16="http://schemas.microsoft.com/office/drawing/2014/main" id="{4624353E-041A-B184-ECEF-3A265C70A4A5}"/>
              </a:ext>
            </a:extLst>
          </p:cNvPr>
          <p:cNvCxnSpPr/>
          <p:nvPr/>
        </p:nvCxnSpPr>
        <p:spPr>
          <a:xfrm>
            <a:off x="9296400" y="642938"/>
            <a:ext cx="190500" cy="3076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CB21201-3FED-DCE4-F859-91EEF5EB0869}"/>
              </a:ext>
            </a:extLst>
          </p:cNvPr>
          <p:cNvCxnSpPr>
            <a:cxnSpLocks/>
          </p:cNvCxnSpPr>
          <p:nvPr/>
        </p:nvCxnSpPr>
        <p:spPr>
          <a:xfrm flipV="1">
            <a:off x="9358313" y="950614"/>
            <a:ext cx="1852612" cy="5154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Google Shape;148;p15">
            <a:extLst>
              <a:ext uri="{FF2B5EF4-FFF2-40B4-BE49-F238E27FC236}">
                <a16:creationId xmlns:a16="http://schemas.microsoft.com/office/drawing/2014/main" id="{E72DB88C-A565-6EF2-3F7F-8350CAE4B153}"/>
              </a:ext>
            </a:extLst>
          </p:cNvPr>
          <p:cNvSpPr txBox="1"/>
          <p:nvPr/>
        </p:nvSpPr>
        <p:spPr>
          <a:xfrm>
            <a:off x="4935089" y="154384"/>
            <a:ext cx="3477805" cy="604500"/>
          </a:xfrm>
          <a:prstGeom prst="rect">
            <a:avLst/>
          </a:prstGeom>
          <a:noFill/>
          <a:ln>
            <a:noFill/>
          </a:ln>
        </p:spPr>
        <p:txBody>
          <a:bodyPr spcFirstLastPara="1" wrap="square" lIns="91425" tIns="91425" rIns="91425" bIns="91425" anchor="t" anchorCtr="0">
            <a:noAutofit/>
          </a:bodyPr>
          <a:lstStyle/>
          <a:p>
            <a:pPr marL="88900" algn="ctr">
              <a:lnSpc>
                <a:spcPct val="115000"/>
              </a:lnSpc>
              <a:buClr>
                <a:srgbClr val="0C343D"/>
              </a:buClr>
              <a:buSzPts val="2200"/>
            </a:pPr>
            <a:r>
              <a:rPr lang="en" sz="2400" i="1">
                <a:solidFill>
                  <a:srgbClr val="FF0000"/>
                </a:solidFill>
                <a:latin typeface="Calibri"/>
                <a:ea typeface="Calibri"/>
                <a:cs typeface="Calibri"/>
                <a:sym typeface="Calibri"/>
              </a:rPr>
              <a:t>DIGITAL SERVICVES</a:t>
            </a:r>
            <a:endParaRPr sz="2400" i="1">
              <a:solidFill>
                <a:srgbClr val="FF0000"/>
              </a:solidFill>
              <a:latin typeface="Calibri"/>
              <a:ea typeface="Calibri"/>
              <a:cs typeface="Calibri"/>
              <a:sym typeface="Calibri"/>
            </a:endParaRPr>
          </a:p>
        </p:txBody>
      </p:sp>
      <p:cxnSp>
        <p:nvCxnSpPr>
          <p:cNvPr id="19" name="Straight Arrow Connector 18">
            <a:extLst>
              <a:ext uri="{FF2B5EF4-FFF2-40B4-BE49-F238E27FC236}">
                <a16:creationId xmlns:a16="http://schemas.microsoft.com/office/drawing/2014/main" id="{097CAC74-134C-E98B-D4B2-9F7C90E70C1C}"/>
              </a:ext>
            </a:extLst>
          </p:cNvPr>
          <p:cNvCxnSpPr>
            <a:cxnSpLocks/>
          </p:cNvCxnSpPr>
          <p:nvPr/>
        </p:nvCxnSpPr>
        <p:spPr>
          <a:xfrm>
            <a:off x="6374812" y="642938"/>
            <a:ext cx="0" cy="3076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8BC884D-F905-C61F-9356-6F32B54FA7FA}"/>
              </a:ext>
            </a:extLst>
          </p:cNvPr>
          <p:cNvSpPr txBox="1"/>
          <p:nvPr/>
        </p:nvSpPr>
        <p:spPr>
          <a:xfrm>
            <a:off x="1479452" y="4066872"/>
            <a:ext cx="8811490" cy="707886"/>
          </a:xfrm>
          <a:prstGeom prst="rect">
            <a:avLst/>
          </a:prstGeom>
          <a:noFill/>
        </p:spPr>
        <p:txBody>
          <a:bodyPr wrap="square" lIns="91440" tIns="45720" rIns="91440" bIns="45720" anchor="t">
            <a:spAutoFit/>
          </a:bodyPr>
          <a:lstStyle/>
          <a:p>
            <a:r>
              <a:rPr lang="en-US" sz="4000" b="1">
                <a:solidFill>
                  <a:srgbClr val="FF0000"/>
                </a:solidFill>
                <a:ea typeface="+mn-lt"/>
                <a:cs typeface="+mn-lt"/>
              </a:rPr>
              <a:t>Global Engineering Partner</a:t>
            </a:r>
          </a:p>
        </p:txBody>
      </p:sp>
      <p:cxnSp>
        <p:nvCxnSpPr>
          <p:cNvPr id="8" name="Straight Connector 7">
            <a:extLst>
              <a:ext uri="{FF2B5EF4-FFF2-40B4-BE49-F238E27FC236}">
                <a16:creationId xmlns:a16="http://schemas.microsoft.com/office/drawing/2014/main" id="{72760697-3C19-4ED1-4EF2-BEB871B652FC}"/>
              </a:ext>
            </a:extLst>
          </p:cNvPr>
          <p:cNvCxnSpPr>
            <a:cxnSpLocks/>
          </p:cNvCxnSpPr>
          <p:nvPr/>
        </p:nvCxnSpPr>
        <p:spPr>
          <a:xfrm>
            <a:off x="1482436" y="4774468"/>
            <a:ext cx="7547743" cy="277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Google Shape;148;p15">
            <a:extLst>
              <a:ext uri="{FF2B5EF4-FFF2-40B4-BE49-F238E27FC236}">
                <a16:creationId xmlns:a16="http://schemas.microsoft.com/office/drawing/2014/main" id="{E9E44934-9704-457C-6900-D080B15E11EB}"/>
              </a:ext>
            </a:extLst>
          </p:cNvPr>
          <p:cNvSpPr txBox="1"/>
          <p:nvPr/>
        </p:nvSpPr>
        <p:spPr>
          <a:xfrm>
            <a:off x="-232656" y="5003475"/>
            <a:ext cx="12427840" cy="604500"/>
          </a:xfrm>
          <a:prstGeom prst="rect">
            <a:avLst/>
          </a:prstGeom>
          <a:noFill/>
          <a:ln>
            <a:noFill/>
          </a:ln>
        </p:spPr>
        <p:txBody>
          <a:bodyPr spcFirstLastPara="1" wrap="square" lIns="91425" tIns="91425" rIns="91425" bIns="91425" anchor="t" anchorCtr="0">
            <a:noAutofit/>
          </a:bodyPr>
          <a:lstStyle/>
          <a:p>
            <a:pPr marL="88900" algn="ctr">
              <a:lnSpc>
                <a:spcPct val="114999"/>
              </a:lnSpc>
            </a:pPr>
            <a:r>
              <a:rPr lang="en" sz="2400">
                <a:solidFill>
                  <a:srgbClr val="FF0000"/>
                </a:solidFill>
                <a:ea typeface="+mn-lt"/>
                <a:cs typeface="+mn-lt"/>
                <a:sym typeface="Calibri"/>
              </a:rPr>
              <a:t>Transforming engineering ideas into reliable, real-world solutions.</a:t>
            </a:r>
            <a:endParaRPr lang="en-US">
              <a:ea typeface="+mn-lt"/>
              <a:cs typeface="+mn-lt"/>
            </a:endParaRPr>
          </a:p>
        </p:txBody>
      </p:sp>
      <p:cxnSp>
        <p:nvCxnSpPr>
          <p:cNvPr id="12" name="Straight Connector 11">
            <a:extLst>
              <a:ext uri="{FF2B5EF4-FFF2-40B4-BE49-F238E27FC236}">
                <a16:creationId xmlns:a16="http://schemas.microsoft.com/office/drawing/2014/main" id="{E0A45197-A693-A26B-73DD-84EB3856850E}"/>
              </a:ext>
            </a:extLst>
          </p:cNvPr>
          <p:cNvCxnSpPr>
            <a:cxnSpLocks/>
          </p:cNvCxnSpPr>
          <p:nvPr/>
        </p:nvCxnSpPr>
        <p:spPr>
          <a:xfrm>
            <a:off x="1593272" y="5079268"/>
            <a:ext cx="6688762" cy="1385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9002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D93F-B200-FF78-26F3-2BEC628690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5577F62-85FE-0782-9B2E-827C11B46459}"/>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3" name="Picture 2">
            <a:extLst>
              <a:ext uri="{FF2B5EF4-FFF2-40B4-BE49-F238E27FC236}">
                <a16:creationId xmlns:a16="http://schemas.microsoft.com/office/drawing/2014/main" id="{CEEF90BF-5223-37E2-E6BD-601CDA736F20}"/>
              </a:ext>
            </a:extLst>
          </p:cNvPr>
          <p:cNvPicPr>
            <a:picLocks noChangeAspect="1"/>
          </p:cNvPicPr>
          <p:nvPr/>
        </p:nvPicPr>
        <p:blipFill>
          <a:blip r:embed="rId2"/>
          <a:stretch>
            <a:fillRect/>
          </a:stretch>
        </p:blipFill>
        <p:spPr>
          <a:xfrm>
            <a:off x="0" y="699913"/>
            <a:ext cx="12192000" cy="5880696"/>
          </a:xfrm>
          <a:prstGeom prst="rect">
            <a:avLst/>
          </a:prstGeom>
        </p:spPr>
      </p:pic>
      <p:sp>
        <p:nvSpPr>
          <p:cNvPr id="11" name="Rectangle: Rounded Corners 10">
            <a:extLst>
              <a:ext uri="{FF2B5EF4-FFF2-40B4-BE49-F238E27FC236}">
                <a16:creationId xmlns:a16="http://schemas.microsoft.com/office/drawing/2014/main" id="{526F4AF0-9495-3626-0E78-BD96AB7DBD81}"/>
              </a:ext>
            </a:extLst>
          </p:cNvPr>
          <p:cNvSpPr/>
          <p:nvPr/>
        </p:nvSpPr>
        <p:spPr>
          <a:xfrm>
            <a:off x="8286751" y="339520"/>
            <a:ext cx="1328737" cy="2619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AFFILIATE</a:t>
            </a:r>
          </a:p>
        </p:txBody>
      </p:sp>
      <p:cxnSp>
        <p:nvCxnSpPr>
          <p:cNvPr id="13" name="Straight Arrow Connector 12">
            <a:extLst>
              <a:ext uri="{FF2B5EF4-FFF2-40B4-BE49-F238E27FC236}">
                <a16:creationId xmlns:a16="http://schemas.microsoft.com/office/drawing/2014/main" id="{FA65A117-BE28-918B-6D57-1F0FF2C7664B}"/>
              </a:ext>
            </a:extLst>
          </p:cNvPr>
          <p:cNvCxnSpPr/>
          <p:nvPr/>
        </p:nvCxnSpPr>
        <p:spPr>
          <a:xfrm>
            <a:off x="9296400" y="642938"/>
            <a:ext cx="190500" cy="3076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DD94346-3661-C40F-87B2-41D8BFE36297}"/>
              </a:ext>
            </a:extLst>
          </p:cNvPr>
          <p:cNvCxnSpPr>
            <a:cxnSpLocks/>
          </p:cNvCxnSpPr>
          <p:nvPr/>
        </p:nvCxnSpPr>
        <p:spPr>
          <a:xfrm flipV="1">
            <a:off x="9358313" y="950614"/>
            <a:ext cx="1852612" cy="5154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Google Shape;148;p15">
            <a:extLst>
              <a:ext uri="{FF2B5EF4-FFF2-40B4-BE49-F238E27FC236}">
                <a16:creationId xmlns:a16="http://schemas.microsoft.com/office/drawing/2014/main" id="{24FE9C16-179A-7BE3-884F-D3505C4C3601}"/>
              </a:ext>
            </a:extLst>
          </p:cNvPr>
          <p:cNvSpPr txBox="1"/>
          <p:nvPr/>
        </p:nvSpPr>
        <p:spPr>
          <a:xfrm>
            <a:off x="5253744" y="154384"/>
            <a:ext cx="3477805" cy="604500"/>
          </a:xfrm>
          <a:prstGeom prst="rect">
            <a:avLst/>
          </a:prstGeom>
          <a:noFill/>
          <a:ln>
            <a:noFill/>
          </a:ln>
        </p:spPr>
        <p:txBody>
          <a:bodyPr spcFirstLastPara="1" wrap="square" lIns="91425" tIns="91425" rIns="91425" bIns="91425" anchor="t" anchorCtr="0">
            <a:noAutofit/>
          </a:bodyPr>
          <a:lstStyle/>
          <a:p>
            <a:pPr marL="88900" algn="ctr">
              <a:lnSpc>
                <a:spcPct val="115000"/>
              </a:lnSpc>
              <a:buClr>
                <a:srgbClr val="0C343D"/>
              </a:buClr>
              <a:buSzPts val="2200"/>
            </a:pPr>
            <a:r>
              <a:rPr lang="en" sz="2400" i="1">
                <a:solidFill>
                  <a:srgbClr val="FF0000"/>
                </a:solidFill>
                <a:latin typeface="Calibri"/>
                <a:ea typeface="Calibri"/>
                <a:cs typeface="Calibri"/>
                <a:sym typeface="Calibri"/>
              </a:rPr>
              <a:t>DIGITAL SERVICES</a:t>
            </a:r>
            <a:endParaRPr sz="2400" i="1">
              <a:solidFill>
                <a:srgbClr val="FF0000"/>
              </a:solidFill>
              <a:latin typeface="Calibri"/>
              <a:ea typeface="Calibri"/>
              <a:cs typeface="Calibri"/>
              <a:sym typeface="Calibri"/>
            </a:endParaRPr>
          </a:p>
        </p:txBody>
      </p:sp>
      <p:cxnSp>
        <p:nvCxnSpPr>
          <p:cNvPr id="19" name="Straight Arrow Connector 18">
            <a:extLst>
              <a:ext uri="{FF2B5EF4-FFF2-40B4-BE49-F238E27FC236}">
                <a16:creationId xmlns:a16="http://schemas.microsoft.com/office/drawing/2014/main" id="{D5F48CAA-C748-43CD-B14C-A06901A6F2DF}"/>
              </a:ext>
            </a:extLst>
          </p:cNvPr>
          <p:cNvCxnSpPr>
            <a:cxnSpLocks/>
          </p:cNvCxnSpPr>
          <p:nvPr/>
        </p:nvCxnSpPr>
        <p:spPr>
          <a:xfrm>
            <a:off x="6347103" y="656793"/>
            <a:ext cx="0" cy="3076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1AECCE3-2753-E9F0-8355-03C629DBC975}"/>
              </a:ext>
            </a:extLst>
          </p:cNvPr>
          <p:cNvSpPr txBox="1"/>
          <p:nvPr/>
        </p:nvSpPr>
        <p:spPr>
          <a:xfrm>
            <a:off x="1479452" y="4066872"/>
            <a:ext cx="10139217" cy="707886"/>
          </a:xfrm>
          <a:prstGeom prst="rect">
            <a:avLst/>
          </a:prstGeom>
          <a:noFill/>
        </p:spPr>
        <p:txBody>
          <a:bodyPr wrap="square" lIns="91440" tIns="45720" rIns="91440" bIns="45720" anchor="t">
            <a:spAutoFit/>
          </a:bodyPr>
          <a:lstStyle/>
          <a:p>
            <a:r>
              <a:rPr lang="en-US" sz="4000">
                <a:solidFill>
                  <a:srgbClr val="FF0000"/>
                </a:solidFill>
                <a:ea typeface="+mn-lt"/>
                <a:cs typeface="+mn-lt"/>
              </a:rPr>
              <a:t>Global Digital Engineering Partner</a:t>
            </a:r>
            <a:endParaRPr lang="en-US">
              <a:ea typeface="+mn-lt"/>
              <a:cs typeface="+mn-lt"/>
            </a:endParaRPr>
          </a:p>
        </p:txBody>
      </p:sp>
      <p:cxnSp>
        <p:nvCxnSpPr>
          <p:cNvPr id="8" name="Straight Connector 7">
            <a:extLst>
              <a:ext uri="{FF2B5EF4-FFF2-40B4-BE49-F238E27FC236}">
                <a16:creationId xmlns:a16="http://schemas.microsoft.com/office/drawing/2014/main" id="{A4272B02-BB1F-50B4-9762-A99DBA80D1C0}"/>
              </a:ext>
            </a:extLst>
          </p:cNvPr>
          <p:cNvCxnSpPr>
            <a:cxnSpLocks/>
          </p:cNvCxnSpPr>
          <p:nvPr/>
        </p:nvCxnSpPr>
        <p:spPr>
          <a:xfrm>
            <a:off x="1482436" y="4774468"/>
            <a:ext cx="7547743" cy="277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Google Shape;148;p15">
            <a:extLst>
              <a:ext uri="{FF2B5EF4-FFF2-40B4-BE49-F238E27FC236}">
                <a16:creationId xmlns:a16="http://schemas.microsoft.com/office/drawing/2014/main" id="{C16EC8B8-0B16-9B6D-ACB8-FA0FF2F0D75A}"/>
              </a:ext>
            </a:extLst>
          </p:cNvPr>
          <p:cNvSpPr txBox="1"/>
          <p:nvPr/>
        </p:nvSpPr>
        <p:spPr>
          <a:xfrm>
            <a:off x="-232656" y="5003475"/>
            <a:ext cx="12427840" cy="604500"/>
          </a:xfrm>
          <a:prstGeom prst="rect">
            <a:avLst/>
          </a:prstGeom>
          <a:noFill/>
          <a:ln>
            <a:noFill/>
          </a:ln>
        </p:spPr>
        <p:txBody>
          <a:bodyPr spcFirstLastPara="1" wrap="square" lIns="91425" tIns="91425" rIns="91425" bIns="91425" anchor="t" anchorCtr="0">
            <a:noAutofit/>
          </a:bodyPr>
          <a:lstStyle/>
          <a:p>
            <a:pPr marL="88900" algn="ctr">
              <a:lnSpc>
                <a:spcPct val="114999"/>
              </a:lnSpc>
            </a:pPr>
            <a:r>
              <a:rPr lang="en" sz="2400">
                <a:solidFill>
                  <a:srgbClr val="FF0000"/>
                </a:solidFill>
                <a:ea typeface="+mn-lt"/>
                <a:cs typeface="+mn-lt"/>
                <a:sym typeface="Calibri"/>
              </a:rPr>
              <a:t>Designing smart, scalable websites for modern businesses.</a:t>
            </a:r>
            <a:endParaRPr lang="en-US">
              <a:ea typeface="+mn-lt"/>
              <a:cs typeface="+mn-lt"/>
            </a:endParaRPr>
          </a:p>
        </p:txBody>
      </p:sp>
      <p:cxnSp>
        <p:nvCxnSpPr>
          <p:cNvPr id="12" name="Straight Connector 11">
            <a:extLst>
              <a:ext uri="{FF2B5EF4-FFF2-40B4-BE49-F238E27FC236}">
                <a16:creationId xmlns:a16="http://schemas.microsoft.com/office/drawing/2014/main" id="{B28B04C4-6B5B-D1A3-4B07-60FB7D781F71}"/>
              </a:ext>
            </a:extLst>
          </p:cNvPr>
          <p:cNvCxnSpPr>
            <a:cxnSpLocks/>
          </p:cNvCxnSpPr>
          <p:nvPr/>
        </p:nvCxnSpPr>
        <p:spPr>
          <a:xfrm>
            <a:off x="1593272" y="5079268"/>
            <a:ext cx="6688762" cy="1385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5879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62214-B51A-3560-86E5-61C3D26DDC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B5C03B4-710E-164B-43BF-E904DAFF69C8}"/>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3" name="Picture 2">
            <a:extLst>
              <a:ext uri="{FF2B5EF4-FFF2-40B4-BE49-F238E27FC236}">
                <a16:creationId xmlns:a16="http://schemas.microsoft.com/office/drawing/2014/main" id="{5487EE0B-66C0-5654-9E25-3D83EE35BDE5}"/>
              </a:ext>
            </a:extLst>
          </p:cNvPr>
          <p:cNvPicPr>
            <a:picLocks noChangeAspect="1"/>
          </p:cNvPicPr>
          <p:nvPr/>
        </p:nvPicPr>
        <p:blipFill>
          <a:blip r:embed="rId2"/>
          <a:stretch>
            <a:fillRect/>
          </a:stretch>
        </p:blipFill>
        <p:spPr>
          <a:xfrm>
            <a:off x="0" y="699913"/>
            <a:ext cx="12192000" cy="5880696"/>
          </a:xfrm>
          <a:prstGeom prst="rect">
            <a:avLst/>
          </a:prstGeom>
        </p:spPr>
      </p:pic>
      <p:sp>
        <p:nvSpPr>
          <p:cNvPr id="11" name="Rectangle: Rounded Corners 10">
            <a:extLst>
              <a:ext uri="{FF2B5EF4-FFF2-40B4-BE49-F238E27FC236}">
                <a16:creationId xmlns:a16="http://schemas.microsoft.com/office/drawing/2014/main" id="{7C7FBE58-951E-D6D6-DE48-F769C5DFFE11}"/>
              </a:ext>
            </a:extLst>
          </p:cNvPr>
          <p:cNvSpPr/>
          <p:nvPr/>
        </p:nvSpPr>
        <p:spPr>
          <a:xfrm>
            <a:off x="8286751" y="339520"/>
            <a:ext cx="1328737" cy="2619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AFFILIATE</a:t>
            </a:r>
          </a:p>
        </p:txBody>
      </p:sp>
      <p:cxnSp>
        <p:nvCxnSpPr>
          <p:cNvPr id="13" name="Straight Arrow Connector 12">
            <a:extLst>
              <a:ext uri="{FF2B5EF4-FFF2-40B4-BE49-F238E27FC236}">
                <a16:creationId xmlns:a16="http://schemas.microsoft.com/office/drawing/2014/main" id="{D7CBBB5F-A623-C4B5-EC5F-DB4A66804761}"/>
              </a:ext>
            </a:extLst>
          </p:cNvPr>
          <p:cNvCxnSpPr/>
          <p:nvPr/>
        </p:nvCxnSpPr>
        <p:spPr>
          <a:xfrm>
            <a:off x="9296400" y="642938"/>
            <a:ext cx="190500" cy="3076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57D89B9-8393-53A5-378C-4301EFEA1D62}"/>
              </a:ext>
            </a:extLst>
          </p:cNvPr>
          <p:cNvCxnSpPr>
            <a:cxnSpLocks/>
          </p:cNvCxnSpPr>
          <p:nvPr/>
        </p:nvCxnSpPr>
        <p:spPr>
          <a:xfrm flipV="1">
            <a:off x="9358313" y="950614"/>
            <a:ext cx="1852612" cy="5154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Google Shape;148;p15">
            <a:extLst>
              <a:ext uri="{FF2B5EF4-FFF2-40B4-BE49-F238E27FC236}">
                <a16:creationId xmlns:a16="http://schemas.microsoft.com/office/drawing/2014/main" id="{715FA16A-07F9-0473-D460-23D82F643B71}"/>
              </a:ext>
            </a:extLst>
          </p:cNvPr>
          <p:cNvSpPr txBox="1"/>
          <p:nvPr/>
        </p:nvSpPr>
        <p:spPr>
          <a:xfrm>
            <a:off x="4810398" y="154384"/>
            <a:ext cx="3477805" cy="604500"/>
          </a:xfrm>
          <a:prstGeom prst="rect">
            <a:avLst/>
          </a:prstGeom>
          <a:noFill/>
          <a:ln>
            <a:noFill/>
          </a:ln>
        </p:spPr>
        <p:txBody>
          <a:bodyPr spcFirstLastPara="1" wrap="square" lIns="91425" tIns="91425" rIns="91425" bIns="91425" anchor="t" anchorCtr="0">
            <a:noAutofit/>
          </a:bodyPr>
          <a:lstStyle/>
          <a:p>
            <a:pPr marL="88900" algn="ctr">
              <a:lnSpc>
                <a:spcPct val="115000"/>
              </a:lnSpc>
              <a:buClr>
                <a:srgbClr val="0C343D"/>
              </a:buClr>
              <a:buSzPts val="2200"/>
            </a:pPr>
            <a:r>
              <a:rPr lang="en" sz="2400" i="1">
                <a:solidFill>
                  <a:srgbClr val="FF0000"/>
                </a:solidFill>
                <a:latin typeface="Calibri"/>
                <a:ea typeface="Calibri"/>
                <a:cs typeface="Calibri"/>
              </a:rPr>
              <a:t>DIGITAL SERVICES</a:t>
            </a:r>
          </a:p>
        </p:txBody>
      </p:sp>
      <p:cxnSp>
        <p:nvCxnSpPr>
          <p:cNvPr id="19" name="Straight Arrow Connector 18">
            <a:extLst>
              <a:ext uri="{FF2B5EF4-FFF2-40B4-BE49-F238E27FC236}">
                <a16:creationId xmlns:a16="http://schemas.microsoft.com/office/drawing/2014/main" id="{892757D9-3493-0359-BBD4-B7E116465905}"/>
              </a:ext>
            </a:extLst>
          </p:cNvPr>
          <p:cNvCxnSpPr>
            <a:cxnSpLocks/>
          </p:cNvCxnSpPr>
          <p:nvPr/>
        </p:nvCxnSpPr>
        <p:spPr>
          <a:xfrm>
            <a:off x="6395594" y="642938"/>
            <a:ext cx="0" cy="3076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31FF074-C7E6-8744-E8EE-77E99F523049}"/>
              </a:ext>
            </a:extLst>
          </p:cNvPr>
          <p:cNvSpPr txBox="1"/>
          <p:nvPr/>
        </p:nvSpPr>
        <p:spPr>
          <a:xfrm>
            <a:off x="1479452" y="4066872"/>
            <a:ext cx="10139217" cy="707886"/>
          </a:xfrm>
          <a:prstGeom prst="rect">
            <a:avLst/>
          </a:prstGeom>
          <a:noFill/>
        </p:spPr>
        <p:txBody>
          <a:bodyPr wrap="square" lIns="91440" tIns="45720" rIns="91440" bIns="45720" anchor="t">
            <a:spAutoFit/>
          </a:bodyPr>
          <a:lstStyle/>
          <a:p>
            <a:r>
              <a:rPr lang="en-US" sz="4000">
                <a:solidFill>
                  <a:srgbClr val="FF0000"/>
                </a:solidFill>
                <a:ea typeface="+mn-lt"/>
                <a:cs typeface="+mn-lt"/>
              </a:rPr>
              <a:t>Engineering Learning Partner</a:t>
            </a:r>
            <a:endParaRPr lang="en-US">
              <a:ea typeface="+mn-lt"/>
              <a:cs typeface="+mn-lt"/>
            </a:endParaRPr>
          </a:p>
        </p:txBody>
      </p:sp>
      <p:cxnSp>
        <p:nvCxnSpPr>
          <p:cNvPr id="8" name="Straight Connector 7">
            <a:extLst>
              <a:ext uri="{FF2B5EF4-FFF2-40B4-BE49-F238E27FC236}">
                <a16:creationId xmlns:a16="http://schemas.microsoft.com/office/drawing/2014/main" id="{EB7BF9B7-88A2-9B78-A459-88FFE477700C}"/>
              </a:ext>
            </a:extLst>
          </p:cNvPr>
          <p:cNvCxnSpPr>
            <a:cxnSpLocks/>
          </p:cNvCxnSpPr>
          <p:nvPr/>
        </p:nvCxnSpPr>
        <p:spPr>
          <a:xfrm>
            <a:off x="1482436" y="4774468"/>
            <a:ext cx="7547743" cy="277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Google Shape;148;p15">
            <a:extLst>
              <a:ext uri="{FF2B5EF4-FFF2-40B4-BE49-F238E27FC236}">
                <a16:creationId xmlns:a16="http://schemas.microsoft.com/office/drawing/2014/main" id="{59359526-2B95-D4B8-E2E3-9A28F79F4C6C}"/>
              </a:ext>
            </a:extLst>
          </p:cNvPr>
          <p:cNvSpPr txBox="1"/>
          <p:nvPr/>
        </p:nvSpPr>
        <p:spPr>
          <a:xfrm>
            <a:off x="-232656" y="5003475"/>
            <a:ext cx="12427840" cy="604500"/>
          </a:xfrm>
          <a:prstGeom prst="rect">
            <a:avLst/>
          </a:prstGeom>
          <a:noFill/>
          <a:ln>
            <a:noFill/>
          </a:ln>
        </p:spPr>
        <p:txBody>
          <a:bodyPr spcFirstLastPara="1" wrap="square" lIns="91425" tIns="91425" rIns="91425" bIns="91425" anchor="t" anchorCtr="0">
            <a:noAutofit/>
          </a:bodyPr>
          <a:lstStyle/>
          <a:p>
            <a:pPr marL="88900" algn="ctr">
              <a:lnSpc>
                <a:spcPct val="114999"/>
              </a:lnSpc>
            </a:pPr>
            <a:r>
              <a:rPr lang="en" sz="2400">
                <a:solidFill>
                  <a:srgbClr val="FF0000"/>
                </a:solidFill>
                <a:ea typeface="+mn-lt"/>
                <a:cs typeface="+mn-lt"/>
                <a:sym typeface="Calibri"/>
              </a:rPr>
              <a:t>Empowering engineers through practical knowledge and industry-driven training.</a:t>
            </a:r>
            <a:endParaRPr lang="en-US">
              <a:ea typeface="+mn-lt"/>
              <a:cs typeface="+mn-lt"/>
            </a:endParaRPr>
          </a:p>
        </p:txBody>
      </p:sp>
      <p:cxnSp>
        <p:nvCxnSpPr>
          <p:cNvPr id="12" name="Straight Connector 11">
            <a:extLst>
              <a:ext uri="{FF2B5EF4-FFF2-40B4-BE49-F238E27FC236}">
                <a16:creationId xmlns:a16="http://schemas.microsoft.com/office/drawing/2014/main" id="{D8469848-31F7-7773-1C2F-B991D07935D4}"/>
              </a:ext>
            </a:extLst>
          </p:cNvPr>
          <p:cNvCxnSpPr>
            <a:cxnSpLocks/>
          </p:cNvCxnSpPr>
          <p:nvPr/>
        </p:nvCxnSpPr>
        <p:spPr>
          <a:xfrm>
            <a:off x="1593272" y="5079268"/>
            <a:ext cx="6688762" cy="1385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544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AB7758-F9FF-1800-5AA3-07F1A1E3AAC3}"/>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6" name="Picture 5">
            <a:extLst>
              <a:ext uri="{FF2B5EF4-FFF2-40B4-BE49-F238E27FC236}">
                <a16:creationId xmlns:a16="http://schemas.microsoft.com/office/drawing/2014/main" id="{F40FAD6D-65CB-FE07-5678-A73369303837}"/>
              </a:ext>
            </a:extLst>
          </p:cNvPr>
          <p:cNvPicPr>
            <a:picLocks noChangeAspect="1"/>
          </p:cNvPicPr>
          <p:nvPr/>
        </p:nvPicPr>
        <p:blipFill>
          <a:blip r:embed="rId2"/>
          <a:stretch>
            <a:fillRect/>
          </a:stretch>
        </p:blipFill>
        <p:spPr>
          <a:xfrm>
            <a:off x="0" y="638411"/>
            <a:ext cx="12192000" cy="4712043"/>
          </a:xfrm>
          <a:prstGeom prst="rect">
            <a:avLst/>
          </a:prstGeom>
        </p:spPr>
      </p:pic>
      <p:sp>
        <p:nvSpPr>
          <p:cNvPr id="7" name="Google Shape;148;p15">
            <a:extLst>
              <a:ext uri="{FF2B5EF4-FFF2-40B4-BE49-F238E27FC236}">
                <a16:creationId xmlns:a16="http://schemas.microsoft.com/office/drawing/2014/main" id="{AA3DF9E1-12A7-3474-C7A0-031AB00A4353}"/>
              </a:ext>
            </a:extLst>
          </p:cNvPr>
          <p:cNvSpPr txBox="1"/>
          <p:nvPr/>
        </p:nvSpPr>
        <p:spPr>
          <a:xfrm>
            <a:off x="-160582" y="268457"/>
            <a:ext cx="3477805" cy="604500"/>
          </a:xfrm>
          <a:prstGeom prst="rect">
            <a:avLst/>
          </a:prstGeom>
          <a:noFill/>
          <a:ln>
            <a:noFill/>
          </a:ln>
        </p:spPr>
        <p:txBody>
          <a:bodyPr spcFirstLastPara="1" wrap="square" lIns="91425" tIns="91425" rIns="91425" bIns="91425" anchor="t" anchorCtr="0">
            <a:noAutofit/>
          </a:bodyPr>
          <a:lstStyle/>
          <a:p>
            <a:pPr marL="88900" lvl="0" algn="ctr" rtl="0">
              <a:lnSpc>
                <a:spcPct val="115000"/>
              </a:lnSpc>
              <a:spcBef>
                <a:spcPts val="0"/>
              </a:spcBef>
              <a:spcAft>
                <a:spcPts val="0"/>
              </a:spcAft>
              <a:buClr>
                <a:srgbClr val="0C343D"/>
              </a:buClr>
              <a:buSzPts val="2200"/>
            </a:pPr>
            <a:r>
              <a:rPr lang="en" sz="2400" i="1">
                <a:solidFill>
                  <a:srgbClr val="FF0000"/>
                </a:solidFill>
                <a:latin typeface="Calibri"/>
                <a:ea typeface="Calibri"/>
                <a:cs typeface="Calibri"/>
                <a:sym typeface="Calibri"/>
              </a:rPr>
              <a:t>CAD Services</a:t>
            </a:r>
            <a:endParaRPr sz="2400" i="1">
              <a:solidFill>
                <a:srgbClr val="FF0000"/>
              </a:solidFill>
              <a:latin typeface="Calibri"/>
              <a:ea typeface="Calibri"/>
              <a:cs typeface="Calibri"/>
              <a:sym typeface="Calibri"/>
            </a:endParaRPr>
          </a:p>
        </p:txBody>
      </p:sp>
      <p:cxnSp>
        <p:nvCxnSpPr>
          <p:cNvPr id="8" name="Straight Connector 7">
            <a:extLst>
              <a:ext uri="{FF2B5EF4-FFF2-40B4-BE49-F238E27FC236}">
                <a16:creationId xmlns:a16="http://schemas.microsoft.com/office/drawing/2014/main" id="{5A99E99A-4C44-FAF8-6749-ABE9F3372B1A}"/>
              </a:ext>
            </a:extLst>
          </p:cNvPr>
          <p:cNvCxnSpPr>
            <a:cxnSpLocks/>
          </p:cNvCxnSpPr>
          <p:nvPr/>
        </p:nvCxnSpPr>
        <p:spPr>
          <a:xfrm>
            <a:off x="977775" y="900118"/>
            <a:ext cx="151192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6183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9CBBA-B3BC-1A1C-8F59-6B7E35D1BA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683042-DCEF-C8F7-DD54-B85B67D28A2F}"/>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6" name="Picture 5">
            <a:extLst>
              <a:ext uri="{FF2B5EF4-FFF2-40B4-BE49-F238E27FC236}">
                <a16:creationId xmlns:a16="http://schemas.microsoft.com/office/drawing/2014/main" id="{85912674-1721-9CE6-3408-3E2CD595E14A}"/>
              </a:ext>
            </a:extLst>
          </p:cNvPr>
          <p:cNvPicPr>
            <a:picLocks noChangeAspect="1"/>
          </p:cNvPicPr>
          <p:nvPr/>
        </p:nvPicPr>
        <p:blipFill>
          <a:blip r:embed="rId2"/>
          <a:stretch>
            <a:fillRect/>
          </a:stretch>
        </p:blipFill>
        <p:spPr>
          <a:xfrm>
            <a:off x="0" y="638411"/>
            <a:ext cx="12192000" cy="4712043"/>
          </a:xfrm>
          <a:prstGeom prst="rect">
            <a:avLst/>
          </a:prstGeom>
        </p:spPr>
      </p:pic>
      <p:sp>
        <p:nvSpPr>
          <p:cNvPr id="7" name="Google Shape;148;p15">
            <a:extLst>
              <a:ext uri="{FF2B5EF4-FFF2-40B4-BE49-F238E27FC236}">
                <a16:creationId xmlns:a16="http://schemas.microsoft.com/office/drawing/2014/main" id="{6B18F7D4-4BA9-E82F-0000-BB666FCC2F3D}"/>
              </a:ext>
            </a:extLst>
          </p:cNvPr>
          <p:cNvSpPr txBox="1"/>
          <p:nvPr/>
        </p:nvSpPr>
        <p:spPr>
          <a:xfrm>
            <a:off x="319251" y="295618"/>
            <a:ext cx="3477805" cy="604500"/>
          </a:xfrm>
          <a:prstGeom prst="rect">
            <a:avLst/>
          </a:prstGeom>
          <a:noFill/>
          <a:ln>
            <a:noFill/>
          </a:ln>
        </p:spPr>
        <p:txBody>
          <a:bodyPr spcFirstLastPara="1" wrap="square" lIns="91425" tIns="91425" rIns="91425" bIns="91425" anchor="t" anchorCtr="0">
            <a:noAutofit/>
          </a:bodyPr>
          <a:lstStyle/>
          <a:p>
            <a:pPr marL="88900" lvl="0" algn="ctr" rtl="0">
              <a:lnSpc>
                <a:spcPct val="115000"/>
              </a:lnSpc>
              <a:spcBef>
                <a:spcPts val="0"/>
              </a:spcBef>
              <a:spcAft>
                <a:spcPts val="0"/>
              </a:spcAft>
              <a:buClr>
                <a:srgbClr val="0C343D"/>
              </a:buClr>
              <a:buSzPts val="2200"/>
            </a:pPr>
            <a:r>
              <a:rPr lang="en" sz="2400" i="1">
                <a:solidFill>
                  <a:srgbClr val="FF0000"/>
                </a:solidFill>
                <a:latin typeface="Calibri"/>
                <a:ea typeface="Calibri"/>
                <a:cs typeface="Calibri"/>
                <a:sym typeface="Calibri"/>
              </a:rPr>
              <a:t>Digital Services</a:t>
            </a:r>
            <a:endParaRPr sz="2400" i="1">
              <a:solidFill>
                <a:srgbClr val="FF0000"/>
              </a:solidFill>
              <a:latin typeface="Calibri"/>
              <a:ea typeface="Calibri"/>
              <a:cs typeface="Calibri"/>
              <a:sym typeface="Calibri"/>
            </a:endParaRPr>
          </a:p>
        </p:txBody>
      </p:sp>
      <p:cxnSp>
        <p:nvCxnSpPr>
          <p:cNvPr id="8" name="Straight Connector 7">
            <a:extLst>
              <a:ext uri="{FF2B5EF4-FFF2-40B4-BE49-F238E27FC236}">
                <a16:creationId xmlns:a16="http://schemas.microsoft.com/office/drawing/2014/main" id="{FBD896A2-9551-8544-0199-AB4991148ECB}"/>
              </a:ext>
            </a:extLst>
          </p:cNvPr>
          <p:cNvCxnSpPr>
            <a:cxnSpLocks/>
          </p:cNvCxnSpPr>
          <p:nvPr/>
        </p:nvCxnSpPr>
        <p:spPr>
          <a:xfrm>
            <a:off x="977775" y="900118"/>
            <a:ext cx="151192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 name="Google Shape;148;p15">
            <a:extLst>
              <a:ext uri="{FF2B5EF4-FFF2-40B4-BE49-F238E27FC236}">
                <a16:creationId xmlns:a16="http://schemas.microsoft.com/office/drawing/2014/main" id="{870E883A-2D4D-4FD4-CD84-8FA47F110EF6}"/>
              </a:ext>
            </a:extLst>
          </p:cNvPr>
          <p:cNvSpPr txBox="1"/>
          <p:nvPr/>
        </p:nvSpPr>
        <p:spPr>
          <a:xfrm>
            <a:off x="3269172" y="5183613"/>
            <a:ext cx="5376887" cy="604500"/>
          </a:xfrm>
          <a:prstGeom prst="rect">
            <a:avLst/>
          </a:prstGeom>
          <a:noFill/>
          <a:ln>
            <a:noFill/>
          </a:ln>
        </p:spPr>
        <p:txBody>
          <a:bodyPr spcFirstLastPara="1" wrap="square" lIns="91425" tIns="91425" rIns="91425" bIns="91425" anchor="t" anchorCtr="0">
            <a:noAutofit/>
          </a:bodyPr>
          <a:lstStyle/>
          <a:p>
            <a:pPr marL="88900" lvl="0" algn="ctr" rtl="0">
              <a:lnSpc>
                <a:spcPct val="115000"/>
              </a:lnSpc>
              <a:spcBef>
                <a:spcPts val="0"/>
              </a:spcBef>
              <a:spcAft>
                <a:spcPts val="0"/>
              </a:spcAft>
              <a:buClr>
                <a:srgbClr val="0C343D"/>
              </a:buClr>
              <a:buSzPts val="2200"/>
            </a:pPr>
            <a:r>
              <a:rPr lang="en" sz="2400" i="1" err="1">
                <a:solidFill>
                  <a:srgbClr val="FF0000"/>
                </a:solidFill>
                <a:latin typeface="Calibri"/>
                <a:ea typeface="Calibri"/>
                <a:cs typeface="Calibri"/>
                <a:sym typeface="Calibri"/>
              </a:rPr>
              <a:t>Phần</a:t>
            </a:r>
            <a:r>
              <a:rPr lang="en" sz="2400" i="1">
                <a:solidFill>
                  <a:srgbClr val="FF0000"/>
                </a:solidFill>
                <a:latin typeface="Calibri"/>
                <a:ea typeface="Calibri"/>
                <a:cs typeface="Calibri"/>
                <a:sym typeface="Calibri"/>
              </a:rPr>
              <a:t> </a:t>
            </a:r>
            <a:r>
              <a:rPr lang="en" sz="2400" i="1" err="1">
                <a:solidFill>
                  <a:srgbClr val="FF0000"/>
                </a:solidFill>
                <a:latin typeface="Calibri"/>
                <a:ea typeface="Calibri"/>
                <a:cs typeface="Calibri"/>
                <a:sym typeface="Calibri"/>
              </a:rPr>
              <a:t>này</a:t>
            </a:r>
            <a:r>
              <a:rPr lang="en" sz="2400" i="1">
                <a:solidFill>
                  <a:srgbClr val="FF0000"/>
                </a:solidFill>
                <a:latin typeface="Calibri"/>
                <a:ea typeface="Calibri"/>
                <a:cs typeface="Calibri"/>
                <a:sym typeface="Calibri"/>
              </a:rPr>
              <a:t> Show services </a:t>
            </a:r>
            <a:r>
              <a:rPr lang="en" sz="2400" i="1" err="1">
                <a:solidFill>
                  <a:srgbClr val="FF0000"/>
                </a:solidFill>
                <a:latin typeface="Calibri"/>
                <a:ea typeface="Calibri"/>
                <a:cs typeface="Calibri"/>
                <a:sym typeface="Calibri"/>
              </a:rPr>
              <a:t>bên</a:t>
            </a:r>
            <a:r>
              <a:rPr lang="en" sz="2400" i="1">
                <a:solidFill>
                  <a:srgbClr val="FF0000"/>
                </a:solidFill>
                <a:latin typeface="Calibri"/>
                <a:ea typeface="Calibri"/>
                <a:cs typeface="Calibri"/>
                <a:sym typeface="Calibri"/>
              </a:rPr>
              <a:t> CSD DIGITAL</a:t>
            </a:r>
            <a:endParaRPr sz="2400" i="1">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1806628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E2B9-3DED-460E-BFB3-30A07C87E5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EC22A8-42C5-C6B5-32FC-6FBD324BB0FE}"/>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6" name="Picture 5">
            <a:extLst>
              <a:ext uri="{FF2B5EF4-FFF2-40B4-BE49-F238E27FC236}">
                <a16:creationId xmlns:a16="http://schemas.microsoft.com/office/drawing/2014/main" id="{9E217FBE-20A3-59DD-86B9-B1F5A8CAFFC3}"/>
              </a:ext>
            </a:extLst>
          </p:cNvPr>
          <p:cNvPicPr>
            <a:picLocks noChangeAspect="1"/>
          </p:cNvPicPr>
          <p:nvPr/>
        </p:nvPicPr>
        <p:blipFill>
          <a:blip r:embed="rId2"/>
          <a:stretch>
            <a:fillRect/>
          </a:stretch>
        </p:blipFill>
        <p:spPr>
          <a:xfrm>
            <a:off x="0" y="638411"/>
            <a:ext cx="12192000" cy="4712043"/>
          </a:xfrm>
          <a:prstGeom prst="rect">
            <a:avLst/>
          </a:prstGeom>
        </p:spPr>
      </p:pic>
      <p:sp>
        <p:nvSpPr>
          <p:cNvPr id="7" name="Google Shape;148;p15">
            <a:extLst>
              <a:ext uri="{FF2B5EF4-FFF2-40B4-BE49-F238E27FC236}">
                <a16:creationId xmlns:a16="http://schemas.microsoft.com/office/drawing/2014/main" id="{A9AAA9DB-54BB-91D2-E5E4-C5013E9B4DB1}"/>
              </a:ext>
            </a:extLst>
          </p:cNvPr>
          <p:cNvSpPr txBox="1"/>
          <p:nvPr/>
        </p:nvSpPr>
        <p:spPr>
          <a:xfrm>
            <a:off x="319251" y="295618"/>
            <a:ext cx="3477805" cy="604500"/>
          </a:xfrm>
          <a:prstGeom prst="rect">
            <a:avLst/>
          </a:prstGeom>
          <a:noFill/>
          <a:ln>
            <a:noFill/>
          </a:ln>
        </p:spPr>
        <p:txBody>
          <a:bodyPr spcFirstLastPara="1" wrap="square" lIns="91425" tIns="91425" rIns="91425" bIns="91425" anchor="t" anchorCtr="0">
            <a:noAutofit/>
          </a:bodyPr>
          <a:lstStyle/>
          <a:p>
            <a:pPr marL="88900" algn="ctr">
              <a:lnSpc>
                <a:spcPct val="114999"/>
              </a:lnSpc>
            </a:pPr>
            <a:r>
              <a:rPr lang="en" sz="2400" i="1">
                <a:solidFill>
                  <a:srgbClr val="FF0000"/>
                </a:solidFill>
                <a:ea typeface="+mn-lt"/>
                <a:cs typeface="+mn-lt"/>
                <a:sym typeface="Calibri"/>
              </a:rPr>
              <a:t>Learning Courses</a:t>
            </a:r>
            <a:endParaRPr lang="en-US" i="1"/>
          </a:p>
        </p:txBody>
      </p:sp>
      <p:cxnSp>
        <p:nvCxnSpPr>
          <p:cNvPr id="8" name="Straight Connector 7">
            <a:extLst>
              <a:ext uri="{FF2B5EF4-FFF2-40B4-BE49-F238E27FC236}">
                <a16:creationId xmlns:a16="http://schemas.microsoft.com/office/drawing/2014/main" id="{3F5DA4D5-D780-FD34-2EC7-9DAEBC4E214E}"/>
              </a:ext>
            </a:extLst>
          </p:cNvPr>
          <p:cNvCxnSpPr>
            <a:cxnSpLocks/>
          </p:cNvCxnSpPr>
          <p:nvPr/>
        </p:nvCxnSpPr>
        <p:spPr>
          <a:xfrm>
            <a:off x="977775" y="900118"/>
            <a:ext cx="151192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 name="Google Shape;148;p15">
            <a:extLst>
              <a:ext uri="{FF2B5EF4-FFF2-40B4-BE49-F238E27FC236}">
                <a16:creationId xmlns:a16="http://schemas.microsoft.com/office/drawing/2014/main" id="{A32B141D-3655-1B48-C30C-4F6D98335809}"/>
              </a:ext>
            </a:extLst>
          </p:cNvPr>
          <p:cNvSpPr txBox="1"/>
          <p:nvPr/>
        </p:nvSpPr>
        <p:spPr>
          <a:xfrm>
            <a:off x="3269172" y="5183613"/>
            <a:ext cx="6161977" cy="604500"/>
          </a:xfrm>
          <a:prstGeom prst="rect">
            <a:avLst/>
          </a:prstGeom>
          <a:noFill/>
          <a:ln>
            <a:noFill/>
          </a:ln>
        </p:spPr>
        <p:txBody>
          <a:bodyPr spcFirstLastPara="1" wrap="square" lIns="91425" tIns="91425" rIns="91425" bIns="91425" anchor="t" anchorCtr="0">
            <a:noAutofit/>
          </a:bodyPr>
          <a:lstStyle/>
          <a:p>
            <a:pPr marL="88900" algn="ctr">
              <a:lnSpc>
                <a:spcPct val="115000"/>
              </a:lnSpc>
              <a:buClr>
                <a:srgbClr val="0C343D"/>
              </a:buClr>
              <a:buSzPts val="2200"/>
            </a:pPr>
            <a:r>
              <a:rPr lang="en" sz="2400" i="1" err="1">
                <a:solidFill>
                  <a:srgbClr val="FF0000"/>
                </a:solidFill>
                <a:latin typeface="Calibri"/>
                <a:ea typeface="Calibri"/>
                <a:cs typeface="Calibri"/>
                <a:sym typeface="Calibri"/>
              </a:rPr>
              <a:t>Phần</a:t>
            </a:r>
            <a:r>
              <a:rPr lang="en" sz="2400" i="1">
                <a:solidFill>
                  <a:srgbClr val="FF0000"/>
                </a:solidFill>
                <a:latin typeface="Calibri"/>
                <a:ea typeface="Calibri"/>
                <a:cs typeface="Calibri"/>
                <a:sym typeface="Calibri"/>
              </a:rPr>
              <a:t> </a:t>
            </a:r>
            <a:r>
              <a:rPr lang="en" sz="2400" i="1" err="1">
                <a:solidFill>
                  <a:srgbClr val="FF0000"/>
                </a:solidFill>
                <a:latin typeface="Calibri"/>
                <a:ea typeface="Calibri"/>
                <a:cs typeface="Calibri"/>
                <a:sym typeface="Calibri"/>
              </a:rPr>
              <a:t>này</a:t>
            </a:r>
            <a:r>
              <a:rPr lang="en" sz="2400" i="1">
                <a:solidFill>
                  <a:srgbClr val="FF0000"/>
                </a:solidFill>
                <a:latin typeface="Calibri"/>
                <a:ea typeface="Calibri"/>
                <a:cs typeface="Calibri"/>
                <a:sym typeface="Calibri"/>
              </a:rPr>
              <a:t> Show Courses </a:t>
            </a:r>
            <a:r>
              <a:rPr lang="en" sz="2400" i="1" err="1">
                <a:solidFill>
                  <a:srgbClr val="FF0000"/>
                </a:solidFill>
                <a:latin typeface="Calibri"/>
                <a:ea typeface="Calibri"/>
                <a:cs typeface="Calibri"/>
                <a:sym typeface="Calibri"/>
              </a:rPr>
              <a:t>bên</a:t>
            </a:r>
            <a:r>
              <a:rPr lang="en" sz="2400" i="1">
                <a:solidFill>
                  <a:srgbClr val="FF0000"/>
                </a:solidFill>
                <a:latin typeface="Calibri"/>
                <a:ea typeface="Calibri"/>
                <a:cs typeface="Calibri"/>
                <a:sym typeface="Calibri"/>
              </a:rPr>
              <a:t> CSD ACADEMY</a:t>
            </a:r>
            <a:endParaRPr sz="2400" i="1">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1389094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5421E54-FEEA-4E94-E9F9-3264B3B19F7F}"/>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9" name="Picture 8">
            <a:extLst>
              <a:ext uri="{FF2B5EF4-FFF2-40B4-BE49-F238E27FC236}">
                <a16:creationId xmlns:a16="http://schemas.microsoft.com/office/drawing/2014/main" id="{6302FD01-589C-4FBE-C8A7-31C87CDA6F40}"/>
              </a:ext>
            </a:extLst>
          </p:cNvPr>
          <p:cNvPicPr>
            <a:picLocks noChangeAspect="1"/>
          </p:cNvPicPr>
          <p:nvPr/>
        </p:nvPicPr>
        <p:blipFill>
          <a:blip r:embed="rId2"/>
          <a:stretch>
            <a:fillRect/>
          </a:stretch>
        </p:blipFill>
        <p:spPr>
          <a:xfrm>
            <a:off x="0" y="503002"/>
            <a:ext cx="12192000" cy="6297963"/>
          </a:xfrm>
          <a:prstGeom prst="rect">
            <a:avLst/>
          </a:prstGeom>
        </p:spPr>
      </p:pic>
      <p:sp>
        <p:nvSpPr>
          <p:cNvPr id="11" name="Google Shape;148;p15">
            <a:extLst>
              <a:ext uri="{FF2B5EF4-FFF2-40B4-BE49-F238E27FC236}">
                <a16:creationId xmlns:a16="http://schemas.microsoft.com/office/drawing/2014/main" id="{9AFF358F-2D99-B1AE-26A7-AEB04954384C}"/>
              </a:ext>
            </a:extLst>
          </p:cNvPr>
          <p:cNvSpPr txBox="1"/>
          <p:nvPr/>
        </p:nvSpPr>
        <p:spPr>
          <a:xfrm>
            <a:off x="5338926" y="241392"/>
            <a:ext cx="3477805" cy="604500"/>
          </a:xfrm>
          <a:prstGeom prst="rect">
            <a:avLst/>
          </a:prstGeom>
          <a:noFill/>
          <a:ln>
            <a:noFill/>
          </a:ln>
        </p:spPr>
        <p:txBody>
          <a:bodyPr spcFirstLastPara="1" wrap="square" lIns="91425" tIns="91425" rIns="91425" bIns="91425" anchor="t" anchorCtr="0">
            <a:noAutofit/>
          </a:bodyPr>
          <a:lstStyle/>
          <a:p>
            <a:pPr marL="88900" lvl="0" algn="ctr" rtl="0">
              <a:lnSpc>
                <a:spcPct val="115000"/>
              </a:lnSpc>
              <a:spcBef>
                <a:spcPts val="0"/>
              </a:spcBef>
              <a:spcAft>
                <a:spcPts val="0"/>
              </a:spcAft>
              <a:buClr>
                <a:srgbClr val="0C343D"/>
              </a:buClr>
              <a:buSzPts val="2200"/>
            </a:pPr>
            <a:r>
              <a:rPr lang="en-US" sz="2400" i="1">
                <a:solidFill>
                  <a:srgbClr val="FF0000"/>
                </a:solidFill>
                <a:latin typeface="Calibri"/>
                <a:ea typeface="Calibri"/>
                <a:cs typeface="Calibri"/>
                <a:sym typeface="Calibri"/>
              </a:rPr>
              <a:t>O</a:t>
            </a:r>
            <a:r>
              <a:rPr lang="en" sz="2400" i="1">
                <a:solidFill>
                  <a:srgbClr val="FF0000"/>
                </a:solidFill>
                <a:latin typeface="Calibri"/>
                <a:ea typeface="Calibri"/>
                <a:cs typeface="Calibri"/>
                <a:sym typeface="Calibri"/>
              </a:rPr>
              <a:t>ur Services</a:t>
            </a:r>
            <a:endParaRPr sz="2400" i="1">
              <a:solidFill>
                <a:srgbClr val="FF0000"/>
              </a:solidFill>
              <a:latin typeface="Calibri"/>
              <a:ea typeface="Calibri"/>
              <a:cs typeface="Calibri"/>
              <a:sym typeface="Calibri"/>
            </a:endParaRPr>
          </a:p>
        </p:txBody>
      </p:sp>
      <p:cxnSp>
        <p:nvCxnSpPr>
          <p:cNvPr id="12" name="Straight Connector 11">
            <a:extLst>
              <a:ext uri="{FF2B5EF4-FFF2-40B4-BE49-F238E27FC236}">
                <a16:creationId xmlns:a16="http://schemas.microsoft.com/office/drawing/2014/main" id="{28BE3809-22AE-E017-596A-4D7E7A7EE95B}"/>
              </a:ext>
            </a:extLst>
          </p:cNvPr>
          <p:cNvCxnSpPr>
            <a:cxnSpLocks/>
          </p:cNvCxnSpPr>
          <p:nvPr/>
        </p:nvCxnSpPr>
        <p:spPr>
          <a:xfrm>
            <a:off x="6096000" y="888760"/>
            <a:ext cx="17526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FAABACD-9E88-D263-2512-3855ED91E21B}"/>
              </a:ext>
            </a:extLst>
          </p:cNvPr>
          <p:cNvSpPr txBox="1"/>
          <p:nvPr/>
        </p:nvSpPr>
        <p:spPr>
          <a:xfrm>
            <a:off x="500062" y="2153721"/>
            <a:ext cx="2395537" cy="369332"/>
          </a:xfrm>
          <a:prstGeom prst="rect">
            <a:avLst/>
          </a:prstGeom>
          <a:noFill/>
        </p:spPr>
        <p:txBody>
          <a:bodyPr wrap="square">
            <a:spAutoFit/>
          </a:bodyPr>
          <a:lstStyle/>
          <a:p>
            <a:r>
              <a:rPr lang="en-US" b="1">
                <a:solidFill>
                  <a:srgbClr val="FF0000"/>
                </a:solidFill>
              </a:rPr>
              <a:t>Integrated Expertise</a:t>
            </a:r>
          </a:p>
        </p:txBody>
      </p:sp>
      <p:sp>
        <p:nvSpPr>
          <p:cNvPr id="16" name="TextBox 15">
            <a:extLst>
              <a:ext uri="{FF2B5EF4-FFF2-40B4-BE49-F238E27FC236}">
                <a16:creationId xmlns:a16="http://schemas.microsoft.com/office/drawing/2014/main" id="{B0938A96-EC1A-C99C-075F-66D62F8B1AD6}"/>
              </a:ext>
            </a:extLst>
          </p:cNvPr>
          <p:cNvSpPr txBox="1"/>
          <p:nvPr/>
        </p:nvSpPr>
        <p:spPr>
          <a:xfrm>
            <a:off x="3033713" y="2221467"/>
            <a:ext cx="6124574" cy="369332"/>
          </a:xfrm>
          <a:prstGeom prst="rect">
            <a:avLst/>
          </a:prstGeom>
          <a:noFill/>
        </p:spPr>
        <p:txBody>
          <a:bodyPr wrap="square">
            <a:spAutoFit/>
          </a:bodyPr>
          <a:lstStyle/>
          <a:p>
            <a:r>
              <a:rPr lang="en-US" b="1">
                <a:solidFill>
                  <a:srgbClr val="FF0000"/>
                </a:solidFill>
              </a:rPr>
              <a:t>Industry-Driven Knowledge</a:t>
            </a:r>
          </a:p>
        </p:txBody>
      </p:sp>
      <p:sp>
        <p:nvSpPr>
          <p:cNvPr id="19" name="TextBox 18">
            <a:extLst>
              <a:ext uri="{FF2B5EF4-FFF2-40B4-BE49-F238E27FC236}">
                <a16:creationId xmlns:a16="http://schemas.microsoft.com/office/drawing/2014/main" id="{6F8D499D-1E55-F5D1-321B-2727634804FA}"/>
              </a:ext>
            </a:extLst>
          </p:cNvPr>
          <p:cNvSpPr txBox="1"/>
          <p:nvPr/>
        </p:nvSpPr>
        <p:spPr>
          <a:xfrm>
            <a:off x="6029325" y="2221467"/>
            <a:ext cx="2876549" cy="369332"/>
          </a:xfrm>
          <a:prstGeom prst="rect">
            <a:avLst/>
          </a:prstGeom>
          <a:noFill/>
        </p:spPr>
        <p:txBody>
          <a:bodyPr wrap="square">
            <a:spAutoFit/>
          </a:bodyPr>
          <a:lstStyle/>
          <a:p>
            <a:r>
              <a:rPr lang="en-US" b="1">
                <a:solidFill>
                  <a:srgbClr val="FF0000"/>
                </a:solidFill>
              </a:rPr>
              <a:t>Innovation &amp; Technology</a:t>
            </a:r>
          </a:p>
        </p:txBody>
      </p:sp>
      <p:sp>
        <p:nvSpPr>
          <p:cNvPr id="21" name="TextBox 20">
            <a:extLst>
              <a:ext uri="{FF2B5EF4-FFF2-40B4-BE49-F238E27FC236}">
                <a16:creationId xmlns:a16="http://schemas.microsoft.com/office/drawing/2014/main" id="{E54107A6-2128-C2B9-EF66-B3462A028D63}"/>
              </a:ext>
            </a:extLst>
          </p:cNvPr>
          <p:cNvSpPr txBox="1"/>
          <p:nvPr/>
        </p:nvSpPr>
        <p:spPr>
          <a:xfrm>
            <a:off x="9158287" y="2153721"/>
            <a:ext cx="6162674" cy="369332"/>
          </a:xfrm>
          <a:prstGeom prst="rect">
            <a:avLst/>
          </a:prstGeom>
          <a:noFill/>
        </p:spPr>
        <p:txBody>
          <a:bodyPr wrap="square">
            <a:spAutoFit/>
          </a:bodyPr>
          <a:lstStyle/>
          <a:p>
            <a:r>
              <a:rPr lang="en-US" b="1">
                <a:solidFill>
                  <a:srgbClr val="FF0000"/>
                </a:solidFill>
              </a:rPr>
              <a:t>End-to-End Solutions</a:t>
            </a:r>
          </a:p>
        </p:txBody>
      </p:sp>
      <p:sp>
        <p:nvSpPr>
          <p:cNvPr id="23" name="TextBox 22">
            <a:extLst>
              <a:ext uri="{FF2B5EF4-FFF2-40B4-BE49-F238E27FC236}">
                <a16:creationId xmlns:a16="http://schemas.microsoft.com/office/drawing/2014/main" id="{109A2F99-198B-D518-CB8A-A52F561C5A3D}"/>
              </a:ext>
            </a:extLst>
          </p:cNvPr>
          <p:cNvSpPr txBox="1"/>
          <p:nvPr/>
        </p:nvSpPr>
        <p:spPr>
          <a:xfrm>
            <a:off x="500062" y="4787384"/>
            <a:ext cx="7691436" cy="369332"/>
          </a:xfrm>
          <a:prstGeom prst="rect">
            <a:avLst/>
          </a:prstGeom>
          <a:noFill/>
        </p:spPr>
        <p:txBody>
          <a:bodyPr wrap="square">
            <a:spAutoFit/>
          </a:bodyPr>
          <a:lstStyle/>
          <a:p>
            <a:r>
              <a:rPr lang="en-US" b="1">
                <a:solidFill>
                  <a:srgbClr val="FF0000"/>
                </a:solidFill>
              </a:rPr>
              <a:t>Scalable Partnership</a:t>
            </a:r>
          </a:p>
        </p:txBody>
      </p:sp>
      <p:sp>
        <p:nvSpPr>
          <p:cNvPr id="25" name="TextBox 24">
            <a:extLst>
              <a:ext uri="{FF2B5EF4-FFF2-40B4-BE49-F238E27FC236}">
                <a16:creationId xmlns:a16="http://schemas.microsoft.com/office/drawing/2014/main" id="{C938524F-5B0C-81C6-E26D-2062E6258C32}"/>
              </a:ext>
            </a:extLst>
          </p:cNvPr>
          <p:cNvSpPr txBox="1"/>
          <p:nvPr/>
        </p:nvSpPr>
        <p:spPr>
          <a:xfrm>
            <a:off x="3221832" y="6053429"/>
            <a:ext cx="2578893" cy="861774"/>
          </a:xfrm>
          <a:prstGeom prst="rect">
            <a:avLst/>
          </a:prstGeom>
          <a:noFill/>
        </p:spPr>
        <p:txBody>
          <a:bodyPr wrap="square">
            <a:spAutoFit/>
          </a:bodyPr>
          <a:lstStyle/>
          <a:p>
            <a:r>
              <a:rPr lang="en-US" sz="1000">
                <a:solidFill>
                  <a:srgbClr val="FF0000"/>
                </a:solidFill>
              </a:rPr>
              <a:t>We follow a clear workflow, milestone tracking, and proactive communication to ensure every engineering project, training program, and digital solution is delivered on schedule  without compromising quality.</a:t>
            </a:r>
          </a:p>
        </p:txBody>
      </p:sp>
      <p:sp>
        <p:nvSpPr>
          <p:cNvPr id="27" name="TextBox 26">
            <a:extLst>
              <a:ext uri="{FF2B5EF4-FFF2-40B4-BE49-F238E27FC236}">
                <a16:creationId xmlns:a16="http://schemas.microsoft.com/office/drawing/2014/main" id="{07A3563B-7F39-75A2-01C7-C46325ACB80B}"/>
              </a:ext>
            </a:extLst>
          </p:cNvPr>
          <p:cNvSpPr txBox="1"/>
          <p:nvPr/>
        </p:nvSpPr>
        <p:spPr>
          <a:xfrm>
            <a:off x="6177155" y="6062610"/>
            <a:ext cx="2376101" cy="1107996"/>
          </a:xfrm>
          <a:prstGeom prst="rect">
            <a:avLst/>
          </a:prstGeom>
          <a:noFill/>
        </p:spPr>
        <p:txBody>
          <a:bodyPr wrap="square">
            <a:spAutoFit/>
          </a:bodyPr>
          <a:lstStyle/>
          <a:p>
            <a:r>
              <a:rPr lang="en-US" sz="1100">
                <a:solidFill>
                  <a:srgbClr val="FF0000"/>
                </a:solidFill>
              </a:rPr>
              <a:t>We listen first. Every solution is tailored to our clients’ specific goals, technical requirements, and growth strategy,  whether in engineering design, professional training, or digital development.</a:t>
            </a:r>
          </a:p>
        </p:txBody>
      </p:sp>
      <p:sp>
        <p:nvSpPr>
          <p:cNvPr id="29" name="TextBox 28">
            <a:extLst>
              <a:ext uri="{FF2B5EF4-FFF2-40B4-BE49-F238E27FC236}">
                <a16:creationId xmlns:a16="http://schemas.microsoft.com/office/drawing/2014/main" id="{66759BE3-D515-7413-9974-47F522794583}"/>
              </a:ext>
            </a:extLst>
          </p:cNvPr>
          <p:cNvSpPr txBox="1"/>
          <p:nvPr/>
        </p:nvSpPr>
        <p:spPr>
          <a:xfrm>
            <a:off x="9024144" y="6262356"/>
            <a:ext cx="2376101" cy="1600438"/>
          </a:xfrm>
          <a:prstGeom prst="rect">
            <a:avLst/>
          </a:prstGeom>
          <a:noFill/>
        </p:spPr>
        <p:txBody>
          <a:bodyPr wrap="square">
            <a:spAutoFit/>
          </a:bodyPr>
          <a:lstStyle/>
          <a:p>
            <a:r>
              <a:rPr lang="en-US" sz="1400">
                <a:solidFill>
                  <a:srgbClr val="FF0000"/>
                </a:solidFill>
              </a:rPr>
              <a:t>We optimize resources and processes to provide high-quality services at competitive and sustainable pricing, delivering measurable value for every investment.</a:t>
            </a:r>
          </a:p>
        </p:txBody>
      </p:sp>
      <p:sp>
        <p:nvSpPr>
          <p:cNvPr id="31" name="TextBox 30">
            <a:extLst>
              <a:ext uri="{FF2B5EF4-FFF2-40B4-BE49-F238E27FC236}">
                <a16:creationId xmlns:a16="http://schemas.microsoft.com/office/drawing/2014/main" id="{D332BA8B-EC77-95E3-1551-DD0957ABFC59}"/>
              </a:ext>
            </a:extLst>
          </p:cNvPr>
          <p:cNvSpPr txBox="1"/>
          <p:nvPr/>
        </p:nvSpPr>
        <p:spPr>
          <a:xfrm>
            <a:off x="314326" y="3371613"/>
            <a:ext cx="2719387" cy="769441"/>
          </a:xfrm>
          <a:prstGeom prst="rect">
            <a:avLst/>
          </a:prstGeom>
          <a:noFill/>
        </p:spPr>
        <p:txBody>
          <a:bodyPr wrap="square">
            <a:spAutoFit/>
          </a:bodyPr>
          <a:lstStyle/>
          <a:p>
            <a:r>
              <a:rPr lang="en-US" sz="1100">
                <a:solidFill>
                  <a:srgbClr val="FF0000"/>
                </a:solidFill>
              </a:rPr>
              <a:t>We bring together engineering excellence, professional education, and digital innovation to deliver comprehensive solutions under one unified ecosystem.</a:t>
            </a:r>
          </a:p>
        </p:txBody>
      </p:sp>
      <p:sp>
        <p:nvSpPr>
          <p:cNvPr id="33" name="TextBox 32">
            <a:extLst>
              <a:ext uri="{FF2B5EF4-FFF2-40B4-BE49-F238E27FC236}">
                <a16:creationId xmlns:a16="http://schemas.microsoft.com/office/drawing/2014/main" id="{A3A8ED4A-C305-E0C9-ADA7-9FD72B4B5BF1}"/>
              </a:ext>
            </a:extLst>
          </p:cNvPr>
          <p:cNvSpPr txBox="1"/>
          <p:nvPr/>
        </p:nvSpPr>
        <p:spPr>
          <a:xfrm>
            <a:off x="3114289" y="3566461"/>
            <a:ext cx="2800736" cy="1015663"/>
          </a:xfrm>
          <a:prstGeom prst="rect">
            <a:avLst/>
          </a:prstGeom>
          <a:noFill/>
        </p:spPr>
        <p:txBody>
          <a:bodyPr wrap="square">
            <a:spAutoFit/>
          </a:bodyPr>
          <a:lstStyle/>
          <a:p>
            <a:r>
              <a:rPr lang="en-US" sz="1200">
                <a:solidFill>
                  <a:srgbClr val="FF0000"/>
                </a:solidFill>
              </a:rPr>
              <a:t>Our services are built on real-world project experience and practical insights, ensuring relevance, efficiency, and measurable impact across every engagement.</a:t>
            </a:r>
          </a:p>
        </p:txBody>
      </p:sp>
      <p:sp>
        <p:nvSpPr>
          <p:cNvPr id="35" name="TextBox 34">
            <a:extLst>
              <a:ext uri="{FF2B5EF4-FFF2-40B4-BE49-F238E27FC236}">
                <a16:creationId xmlns:a16="http://schemas.microsoft.com/office/drawing/2014/main" id="{86948854-9993-B3EA-81B3-971E9456F2A1}"/>
              </a:ext>
            </a:extLst>
          </p:cNvPr>
          <p:cNvSpPr txBox="1"/>
          <p:nvPr/>
        </p:nvSpPr>
        <p:spPr>
          <a:xfrm>
            <a:off x="5991032" y="3566461"/>
            <a:ext cx="2825700" cy="769441"/>
          </a:xfrm>
          <a:prstGeom prst="rect">
            <a:avLst/>
          </a:prstGeom>
          <a:noFill/>
        </p:spPr>
        <p:txBody>
          <a:bodyPr wrap="square">
            <a:spAutoFit/>
          </a:bodyPr>
          <a:lstStyle/>
          <a:p>
            <a:r>
              <a:rPr lang="en-US" sz="1100">
                <a:solidFill>
                  <a:srgbClr val="FF0000"/>
                </a:solidFill>
              </a:rPr>
              <a:t>We leverage advanced tools, modern methodologies, and evolving technologies to create forward-thinking solutions in design, training, and digital development.</a:t>
            </a:r>
          </a:p>
        </p:txBody>
      </p:sp>
      <p:sp>
        <p:nvSpPr>
          <p:cNvPr id="37" name="TextBox 36">
            <a:extLst>
              <a:ext uri="{FF2B5EF4-FFF2-40B4-BE49-F238E27FC236}">
                <a16:creationId xmlns:a16="http://schemas.microsoft.com/office/drawing/2014/main" id="{ACAB7677-F213-2252-14D0-553EA4BDD47B}"/>
              </a:ext>
            </a:extLst>
          </p:cNvPr>
          <p:cNvSpPr txBox="1"/>
          <p:nvPr/>
        </p:nvSpPr>
        <p:spPr>
          <a:xfrm>
            <a:off x="8892738" y="3591610"/>
            <a:ext cx="3061137" cy="646331"/>
          </a:xfrm>
          <a:prstGeom prst="rect">
            <a:avLst/>
          </a:prstGeom>
          <a:noFill/>
        </p:spPr>
        <p:txBody>
          <a:bodyPr wrap="square">
            <a:spAutoFit/>
          </a:bodyPr>
          <a:lstStyle/>
          <a:p>
            <a:r>
              <a:rPr lang="en-US" sz="1200">
                <a:solidFill>
                  <a:srgbClr val="FF0000"/>
                </a:solidFill>
              </a:rPr>
              <a:t>From concept development and execution to training and implementation, we support our clients at every stage of their journey.</a:t>
            </a:r>
          </a:p>
        </p:txBody>
      </p:sp>
      <p:sp>
        <p:nvSpPr>
          <p:cNvPr id="39" name="TextBox 38">
            <a:extLst>
              <a:ext uri="{FF2B5EF4-FFF2-40B4-BE49-F238E27FC236}">
                <a16:creationId xmlns:a16="http://schemas.microsoft.com/office/drawing/2014/main" id="{452454FA-FF3A-AD25-F3D1-4428FDD94665}"/>
              </a:ext>
            </a:extLst>
          </p:cNvPr>
          <p:cNvSpPr txBox="1"/>
          <p:nvPr/>
        </p:nvSpPr>
        <p:spPr>
          <a:xfrm>
            <a:off x="276224" y="6163357"/>
            <a:ext cx="2771970" cy="769441"/>
          </a:xfrm>
          <a:prstGeom prst="rect">
            <a:avLst/>
          </a:prstGeom>
          <a:noFill/>
        </p:spPr>
        <p:txBody>
          <a:bodyPr wrap="square">
            <a:spAutoFit/>
          </a:bodyPr>
          <a:lstStyle/>
          <a:p>
            <a:r>
              <a:rPr lang="en-US" sz="1100">
                <a:solidFill>
                  <a:srgbClr val="FF0000"/>
                </a:solidFill>
              </a:rPr>
              <a:t>We grow with our clients. Whether supporting startups, SMEs, or expanding enterprises, our solutions are designed to scale alongside your ambitions.</a:t>
            </a:r>
          </a:p>
        </p:txBody>
      </p:sp>
    </p:spTree>
    <p:extLst>
      <p:ext uri="{BB962C8B-B14F-4D97-AF65-F5344CB8AC3E}">
        <p14:creationId xmlns:p14="http://schemas.microsoft.com/office/powerpoint/2010/main" val="2495590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9749-4BF2-6262-421A-A09821CC8FF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A74B20D-3CF9-A2B8-02AF-26807AC4882A}"/>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3" name="Picture 2">
            <a:extLst>
              <a:ext uri="{FF2B5EF4-FFF2-40B4-BE49-F238E27FC236}">
                <a16:creationId xmlns:a16="http://schemas.microsoft.com/office/drawing/2014/main" id="{A7F0D50C-8D65-A423-83F3-1B1F8BFC157F}"/>
              </a:ext>
            </a:extLst>
          </p:cNvPr>
          <p:cNvPicPr>
            <a:picLocks noChangeAspect="1"/>
          </p:cNvPicPr>
          <p:nvPr/>
        </p:nvPicPr>
        <p:blipFill>
          <a:blip r:embed="rId2"/>
          <a:stretch>
            <a:fillRect/>
          </a:stretch>
        </p:blipFill>
        <p:spPr>
          <a:xfrm>
            <a:off x="0" y="640515"/>
            <a:ext cx="12192000" cy="5043569"/>
          </a:xfrm>
          <a:prstGeom prst="rect">
            <a:avLst/>
          </a:prstGeom>
        </p:spPr>
      </p:pic>
      <p:sp>
        <p:nvSpPr>
          <p:cNvPr id="7" name="TextBox 6">
            <a:extLst>
              <a:ext uri="{FF2B5EF4-FFF2-40B4-BE49-F238E27FC236}">
                <a16:creationId xmlns:a16="http://schemas.microsoft.com/office/drawing/2014/main" id="{FFB3BD26-7B85-8F68-DA02-BCF7A5864521}"/>
              </a:ext>
            </a:extLst>
          </p:cNvPr>
          <p:cNvSpPr txBox="1"/>
          <p:nvPr/>
        </p:nvSpPr>
        <p:spPr>
          <a:xfrm>
            <a:off x="-59918" y="5037753"/>
            <a:ext cx="11261318" cy="3693319"/>
          </a:xfrm>
          <a:prstGeom prst="rect">
            <a:avLst/>
          </a:prstGeom>
          <a:noFill/>
        </p:spPr>
        <p:txBody>
          <a:bodyPr wrap="square">
            <a:spAutoFit/>
          </a:bodyPr>
          <a:lstStyle/>
          <a:p>
            <a:pPr>
              <a:buNone/>
            </a:pPr>
            <a:r>
              <a:rPr lang="en-US" b="1"/>
              <a:t>1. Discover &amp; Understand</a:t>
            </a:r>
          </a:p>
          <a:p>
            <a:pPr>
              <a:buNone/>
            </a:pPr>
            <a:r>
              <a:rPr lang="en-US"/>
              <a:t>We begin by understanding your goals, technical requirements, and long-term vision to ensure full alignment from the start.</a:t>
            </a:r>
          </a:p>
          <a:p>
            <a:r>
              <a:rPr lang="en-US" b="1"/>
              <a:t>2. Analyze &amp; Strategize</a:t>
            </a:r>
          </a:p>
          <a:p>
            <a:r>
              <a:rPr lang="en-US"/>
              <a:t>Our team evaluates the scope, defines clear objectives, and builds a structured roadmap tailored to your needs.</a:t>
            </a:r>
          </a:p>
          <a:p>
            <a:r>
              <a:rPr lang="en-US" b="1"/>
              <a:t>3. Execute with Precision</a:t>
            </a:r>
          </a:p>
          <a:p>
            <a:r>
              <a:rPr lang="en-US"/>
              <a:t>Through disciplined workflows and milestone tracking, we deliver engineering, training, or digital solutions with accuracy and efficiency.</a:t>
            </a:r>
          </a:p>
          <a:p>
            <a:r>
              <a:rPr lang="en-US" b="1"/>
              <a:t>4. Review &amp; Optimize</a:t>
            </a:r>
          </a:p>
          <a:p>
            <a:r>
              <a:rPr lang="en-US"/>
              <a:t>We conduct thorough reviews, quality checks, and refinements to ensure the highest standards are met.</a:t>
            </a:r>
          </a:p>
          <a:p>
            <a:r>
              <a:rPr lang="en-US" b="1"/>
              <a:t>5. Deliver &amp; Support</a:t>
            </a:r>
          </a:p>
          <a:p>
            <a:r>
              <a:rPr lang="en-US"/>
              <a:t>Beyond delivery, we provide guidance, documentation, and ongoing support to ensure sustainable success.</a:t>
            </a:r>
          </a:p>
          <a:p>
            <a:pPr>
              <a:buNone/>
            </a:pPr>
            <a:endParaRPr lang="en-US"/>
          </a:p>
        </p:txBody>
      </p:sp>
    </p:spTree>
    <p:extLst>
      <p:ext uri="{BB962C8B-B14F-4D97-AF65-F5344CB8AC3E}">
        <p14:creationId xmlns:p14="http://schemas.microsoft.com/office/powerpoint/2010/main" val="3881697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6D44F-98AA-5C5B-700E-1E164E1934C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BBC3D78-8AA9-B25C-38E4-760EE1690539}"/>
              </a:ext>
            </a:extLst>
          </p:cNvPr>
          <p:cNvSpPr txBox="1"/>
          <p:nvPr/>
        </p:nvSpPr>
        <p:spPr>
          <a:xfrm>
            <a:off x="66289" y="-20218"/>
            <a:ext cx="6096000" cy="523220"/>
          </a:xfrm>
          <a:prstGeom prst="rect">
            <a:avLst/>
          </a:prstGeom>
          <a:noFill/>
        </p:spPr>
        <p:txBody>
          <a:bodyPr wrap="square">
            <a:spAutoFit/>
          </a:bodyPr>
          <a:lstStyle/>
          <a:p>
            <a:r>
              <a:rPr lang="en-US" sz="2800" b="1">
                <a:solidFill>
                  <a:srgbClr val="FF0000"/>
                </a:solidFill>
              </a:rPr>
              <a:t>Home</a:t>
            </a:r>
          </a:p>
        </p:txBody>
      </p:sp>
      <p:pic>
        <p:nvPicPr>
          <p:cNvPr id="3" name="Picture 2" descr="A blue background with white text&#10;&#10;AI-generated content may be incorrect.">
            <a:extLst>
              <a:ext uri="{FF2B5EF4-FFF2-40B4-BE49-F238E27FC236}">
                <a16:creationId xmlns:a16="http://schemas.microsoft.com/office/drawing/2014/main" id="{1D6868B6-4A8C-41FF-05B0-91309BA68ED4}"/>
              </a:ext>
            </a:extLst>
          </p:cNvPr>
          <p:cNvPicPr>
            <a:picLocks noChangeAspect="1"/>
          </p:cNvPicPr>
          <p:nvPr/>
        </p:nvPicPr>
        <p:blipFill>
          <a:blip r:embed="rId2"/>
          <a:stretch>
            <a:fillRect/>
          </a:stretch>
        </p:blipFill>
        <p:spPr>
          <a:xfrm>
            <a:off x="0" y="722979"/>
            <a:ext cx="12192000" cy="3797508"/>
          </a:xfrm>
          <a:prstGeom prst="rect">
            <a:avLst/>
          </a:prstGeom>
        </p:spPr>
      </p:pic>
      <p:sp>
        <p:nvSpPr>
          <p:cNvPr id="7" name="TextBox 6">
            <a:extLst>
              <a:ext uri="{FF2B5EF4-FFF2-40B4-BE49-F238E27FC236}">
                <a16:creationId xmlns:a16="http://schemas.microsoft.com/office/drawing/2014/main" id="{BE7AB1FF-D12E-9913-6300-6CF3040A8173}"/>
              </a:ext>
            </a:extLst>
          </p:cNvPr>
          <p:cNvSpPr txBox="1"/>
          <p:nvPr/>
        </p:nvSpPr>
        <p:spPr>
          <a:xfrm>
            <a:off x="70571" y="4730667"/>
            <a:ext cx="3559318" cy="646331"/>
          </a:xfrm>
          <a:prstGeom prst="rect">
            <a:avLst/>
          </a:prstGeom>
          <a:noFill/>
        </p:spPr>
        <p:txBody>
          <a:bodyPr wrap="square" lIns="91440" tIns="45720" rIns="91440" bIns="45720" anchor="t">
            <a:spAutoFit/>
          </a:bodyPr>
          <a:lstStyle/>
          <a:p>
            <a:r>
              <a:rPr lang="en-US" b="1">
                <a:solidFill>
                  <a:srgbClr val="FF0000"/>
                </a:solidFill>
              </a:rPr>
              <a:t>Logo </a:t>
            </a:r>
            <a:r>
              <a:rPr lang="en-US" b="1" err="1">
                <a:solidFill>
                  <a:srgbClr val="FF0000"/>
                </a:solidFill>
              </a:rPr>
              <a:t>Trắng</a:t>
            </a:r>
            <a:r>
              <a:rPr lang="en-US" b="1">
                <a:solidFill>
                  <a:srgbClr val="FF0000"/>
                </a:solidFill>
              </a:rPr>
              <a:t> CSD- DIGITAL</a:t>
            </a:r>
          </a:p>
          <a:p>
            <a:r>
              <a:rPr lang="en-US" b="1">
                <a:solidFill>
                  <a:srgbClr val="FF0000"/>
                </a:solidFill>
              </a:rPr>
              <a:t>Logo </a:t>
            </a:r>
            <a:r>
              <a:rPr lang="en-US" b="1" err="1">
                <a:solidFill>
                  <a:srgbClr val="FF0000"/>
                </a:solidFill>
              </a:rPr>
              <a:t>Trắng</a:t>
            </a:r>
            <a:r>
              <a:rPr lang="en-US" b="1">
                <a:solidFill>
                  <a:srgbClr val="FF0000"/>
                </a:solidFill>
              </a:rPr>
              <a:t> CSD- ACADEMY</a:t>
            </a:r>
          </a:p>
        </p:txBody>
      </p:sp>
      <p:cxnSp>
        <p:nvCxnSpPr>
          <p:cNvPr id="9" name="Straight Connector 8">
            <a:extLst>
              <a:ext uri="{FF2B5EF4-FFF2-40B4-BE49-F238E27FC236}">
                <a16:creationId xmlns:a16="http://schemas.microsoft.com/office/drawing/2014/main" id="{D1A8EEB7-08DA-0A01-523F-AAF66D00A390}"/>
              </a:ext>
            </a:extLst>
          </p:cNvPr>
          <p:cNvCxnSpPr>
            <a:cxnSpLocks/>
          </p:cNvCxnSpPr>
          <p:nvPr/>
        </p:nvCxnSpPr>
        <p:spPr>
          <a:xfrm flipH="1">
            <a:off x="477983" y="3437996"/>
            <a:ext cx="173181" cy="128847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0" name="Picture 9" descr="A blue screen with white text&#10;&#10;AI-generated content may be incorrect.">
            <a:extLst>
              <a:ext uri="{FF2B5EF4-FFF2-40B4-BE49-F238E27FC236}">
                <a16:creationId xmlns:a16="http://schemas.microsoft.com/office/drawing/2014/main" id="{2A7037B5-F8E2-960C-08E8-5FA1CC4F882F}"/>
              </a:ext>
            </a:extLst>
          </p:cNvPr>
          <p:cNvPicPr>
            <a:picLocks noChangeAspect="1"/>
          </p:cNvPicPr>
          <p:nvPr/>
        </p:nvPicPr>
        <p:blipFill>
          <a:blip r:embed="rId3"/>
          <a:stretch>
            <a:fillRect/>
          </a:stretch>
        </p:blipFill>
        <p:spPr>
          <a:xfrm>
            <a:off x="65376" y="5386389"/>
            <a:ext cx="3582267" cy="1474644"/>
          </a:xfrm>
          <a:prstGeom prst="rect">
            <a:avLst/>
          </a:prstGeom>
        </p:spPr>
      </p:pic>
      <p:sp>
        <p:nvSpPr>
          <p:cNvPr id="12" name="TextBox 11">
            <a:extLst>
              <a:ext uri="{FF2B5EF4-FFF2-40B4-BE49-F238E27FC236}">
                <a16:creationId xmlns:a16="http://schemas.microsoft.com/office/drawing/2014/main" id="{FD238237-1830-DC3A-15B2-4CED3AD3122F}"/>
              </a:ext>
            </a:extLst>
          </p:cNvPr>
          <p:cNvSpPr txBox="1"/>
          <p:nvPr/>
        </p:nvSpPr>
        <p:spPr>
          <a:xfrm>
            <a:off x="4476316" y="1710376"/>
            <a:ext cx="3559318" cy="369332"/>
          </a:xfrm>
          <a:prstGeom prst="rect">
            <a:avLst/>
          </a:prstGeom>
          <a:noFill/>
        </p:spPr>
        <p:txBody>
          <a:bodyPr wrap="square" lIns="91440" tIns="45720" rIns="91440" bIns="45720" anchor="t">
            <a:spAutoFit/>
          </a:bodyPr>
          <a:lstStyle/>
          <a:p>
            <a:r>
              <a:rPr lang="en-US" b="1">
                <a:solidFill>
                  <a:srgbClr val="FF0000"/>
                </a:solidFill>
              </a:rPr>
              <a:t>Digital</a:t>
            </a:r>
            <a:endParaRPr lang="en-US"/>
          </a:p>
        </p:txBody>
      </p:sp>
      <p:sp>
        <p:nvSpPr>
          <p:cNvPr id="13" name="TextBox 12">
            <a:extLst>
              <a:ext uri="{FF2B5EF4-FFF2-40B4-BE49-F238E27FC236}">
                <a16:creationId xmlns:a16="http://schemas.microsoft.com/office/drawing/2014/main" id="{07642F80-64C2-FC57-EC04-359CE9847EA0}"/>
              </a:ext>
            </a:extLst>
          </p:cNvPr>
          <p:cNvSpPr txBox="1"/>
          <p:nvPr/>
        </p:nvSpPr>
        <p:spPr>
          <a:xfrm>
            <a:off x="1939636" y="1073727"/>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rPr>
              <a:t>Global Engineering Partner</a:t>
            </a:r>
          </a:p>
          <a:p>
            <a:pPr algn="ctr"/>
            <a:endParaRPr lang="en-US">
              <a:solidFill>
                <a:srgbClr val="FF0000"/>
              </a:solidFill>
            </a:endParaRPr>
          </a:p>
        </p:txBody>
      </p:sp>
      <p:cxnSp>
        <p:nvCxnSpPr>
          <p:cNvPr id="14" name="Straight Connector 13">
            <a:extLst>
              <a:ext uri="{FF2B5EF4-FFF2-40B4-BE49-F238E27FC236}">
                <a16:creationId xmlns:a16="http://schemas.microsoft.com/office/drawing/2014/main" id="{5591C46E-76AC-CA86-2B49-6E4763052A53}"/>
              </a:ext>
            </a:extLst>
          </p:cNvPr>
          <p:cNvCxnSpPr>
            <a:cxnSpLocks/>
          </p:cNvCxnSpPr>
          <p:nvPr/>
        </p:nvCxnSpPr>
        <p:spPr>
          <a:xfrm flipV="1">
            <a:off x="2092036" y="1456796"/>
            <a:ext cx="2389909" cy="1385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6314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11052-EAE4-8A46-612B-DB1E6A8C9EF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01832F8-7D6F-1981-FA54-619D65351B08}"/>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About Us</a:t>
            </a:r>
            <a:endParaRPr lang="en-US"/>
          </a:p>
        </p:txBody>
      </p:sp>
      <p:pic>
        <p:nvPicPr>
          <p:cNvPr id="3" name="Picture 2" descr="A screenshot of a website&#10;&#10;AI-generated content may be incorrect.">
            <a:extLst>
              <a:ext uri="{FF2B5EF4-FFF2-40B4-BE49-F238E27FC236}">
                <a16:creationId xmlns:a16="http://schemas.microsoft.com/office/drawing/2014/main" id="{E72CD0AD-74BF-4AC9-DDBB-BD62AF333B80}"/>
              </a:ext>
            </a:extLst>
          </p:cNvPr>
          <p:cNvPicPr>
            <a:picLocks noChangeAspect="1"/>
          </p:cNvPicPr>
          <p:nvPr/>
        </p:nvPicPr>
        <p:blipFill>
          <a:blip r:embed="rId2"/>
          <a:stretch>
            <a:fillRect/>
          </a:stretch>
        </p:blipFill>
        <p:spPr>
          <a:xfrm>
            <a:off x="69273" y="499068"/>
            <a:ext cx="10931237" cy="6109246"/>
          </a:xfrm>
          <a:prstGeom prst="rect">
            <a:avLst/>
          </a:prstGeom>
        </p:spPr>
      </p:pic>
      <p:sp>
        <p:nvSpPr>
          <p:cNvPr id="4" name="TextBox 3">
            <a:extLst>
              <a:ext uri="{FF2B5EF4-FFF2-40B4-BE49-F238E27FC236}">
                <a16:creationId xmlns:a16="http://schemas.microsoft.com/office/drawing/2014/main" id="{D8E48432-5EA8-D6C7-2509-0793236E6494}"/>
              </a:ext>
            </a:extLst>
          </p:cNvPr>
          <p:cNvSpPr txBox="1"/>
          <p:nvPr/>
        </p:nvSpPr>
        <p:spPr>
          <a:xfrm>
            <a:off x="3546763" y="1600200"/>
            <a:ext cx="77724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rPr>
              <a:t>CADSQUAD Vietnam is a global provider of integrated design, engineering, education, and digital solutions. We specialize in high-quality CAD and mechanical engineering services, professional training programs, and innovative digital development services.</a:t>
            </a:r>
          </a:p>
          <a:p>
            <a:r>
              <a:rPr lang="en-US">
                <a:solidFill>
                  <a:srgbClr val="FF0000"/>
                </a:solidFill>
              </a:rPr>
              <a:t>Through our expertise in engineering design, creative education, and digital transformation, we empower individuals and businesses to turn ideas into practical, sustainable, and market-ready solutions.</a:t>
            </a:r>
          </a:p>
          <a:p>
            <a:pPr algn="ctr"/>
            <a:endParaRPr lang="en-US">
              <a:solidFill>
                <a:srgbClr val="FF0000"/>
              </a:solidFill>
            </a:endParaRPr>
          </a:p>
        </p:txBody>
      </p:sp>
    </p:spTree>
    <p:extLst>
      <p:ext uri="{BB962C8B-B14F-4D97-AF65-F5344CB8AC3E}">
        <p14:creationId xmlns:p14="http://schemas.microsoft.com/office/powerpoint/2010/main" val="3433778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654F-6A59-7AE8-8400-5AFBD54315D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5C21898-E99B-16B3-BE60-3E2A1D96D3A4}"/>
              </a:ext>
            </a:extLst>
          </p:cNvPr>
          <p:cNvSpPr txBox="1"/>
          <p:nvPr/>
        </p:nvSpPr>
        <p:spPr>
          <a:xfrm>
            <a:off x="66289" y="-20218"/>
            <a:ext cx="6096000" cy="954107"/>
          </a:xfrm>
          <a:prstGeom prst="rect">
            <a:avLst/>
          </a:prstGeom>
          <a:noFill/>
        </p:spPr>
        <p:txBody>
          <a:bodyPr wrap="square" lIns="91440" tIns="45720" rIns="91440" bIns="45720" anchor="t">
            <a:spAutoFit/>
          </a:bodyPr>
          <a:lstStyle/>
          <a:p>
            <a:r>
              <a:rPr lang="en-US" sz="2800" b="1">
                <a:solidFill>
                  <a:srgbClr val="FF0000"/>
                </a:solidFill>
              </a:rPr>
              <a:t>About Us</a:t>
            </a:r>
            <a:endParaRPr lang="en-US" sz="2800">
              <a:solidFill>
                <a:srgbClr val="000000"/>
              </a:solidFill>
            </a:endParaRPr>
          </a:p>
          <a:p>
            <a:endParaRPr lang="en-US" sz="2800" b="1">
              <a:solidFill>
                <a:srgbClr val="FF0000"/>
              </a:solidFill>
            </a:endParaRPr>
          </a:p>
        </p:txBody>
      </p:sp>
      <p:pic>
        <p:nvPicPr>
          <p:cNvPr id="2" name="Picture 1" descr="A screenshot of a computer&#10;&#10;AI-generated content may be incorrect.">
            <a:extLst>
              <a:ext uri="{FF2B5EF4-FFF2-40B4-BE49-F238E27FC236}">
                <a16:creationId xmlns:a16="http://schemas.microsoft.com/office/drawing/2014/main" id="{43D5268B-EAC0-627A-3C53-5D8DC43F310F}"/>
              </a:ext>
            </a:extLst>
          </p:cNvPr>
          <p:cNvPicPr>
            <a:picLocks noChangeAspect="1"/>
          </p:cNvPicPr>
          <p:nvPr/>
        </p:nvPicPr>
        <p:blipFill>
          <a:blip r:embed="rId2"/>
          <a:stretch>
            <a:fillRect/>
          </a:stretch>
        </p:blipFill>
        <p:spPr>
          <a:xfrm>
            <a:off x="272761" y="575397"/>
            <a:ext cx="10648950" cy="6067425"/>
          </a:xfrm>
          <a:prstGeom prst="rect">
            <a:avLst/>
          </a:prstGeom>
        </p:spPr>
      </p:pic>
      <p:sp>
        <p:nvSpPr>
          <p:cNvPr id="3" name="TextBox 2">
            <a:extLst>
              <a:ext uri="{FF2B5EF4-FFF2-40B4-BE49-F238E27FC236}">
                <a16:creationId xmlns:a16="http://schemas.microsoft.com/office/drawing/2014/main" id="{A4595298-45B3-60C4-3DB0-DE7FBBDD0AFD}"/>
              </a:ext>
            </a:extLst>
          </p:cNvPr>
          <p:cNvSpPr txBox="1"/>
          <p:nvPr/>
        </p:nvSpPr>
        <p:spPr>
          <a:xfrm>
            <a:off x="606616" y="4537927"/>
            <a:ext cx="6096000" cy="523220"/>
          </a:xfrm>
          <a:prstGeom prst="rect">
            <a:avLst/>
          </a:prstGeom>
          <a:noFill/>
        </p:spPr>
        <p:txBody>
          <a:bodyPr wrap="square" lIns="91440" tIns="45720" rIns="91440" bIns="45720" anchor="t">
            <a:spAutoFit/>
          </a:bodyPr>
          <a:lstStyle/>
          <a:p>
            <a:r>
              <a:rPr lang="en-US" sz="2800">
                <a:solidFill>
                  <a:srgbClr val="FF0000"/>
                </a:solidFill>
                <a:ea typeface="+mn-lt"/>
                <a:cs typeface="+mn-lt"/>
              </a:rPr>
              <a:t>Our ecosystem</a:t>
            </a:r>
            <a:endParaRPr lang="en-US"/>
          </a:p>
        </p:txBody>
      </p:sp>
      <p:cxnSp>
        <p:nvCxnSpPr>
          <p:cNvPr id="7" name="Straight Connector 6">
            <a:extLst>
              <a:ext uri="{FF2B5EF4-FFF2-40B4-BE49-F238E27FC236}">
                <a16:creationId xmlns:a16="http://schemas.microsoft.com/office/drawing/2014/main" id="{43AD4676-09E3-16EC-FE1A-CB3499D251FE}"/>
              </a:ext>
            </a:extLst>
          </p:cNvPr>
          <p:cNvCxnSpPr>
            <a:cxnSpLocks/>
          </p:cNvCxnSpPr>
          <p:nvPr/>
        </p:nvCxnSpPr>
        <p:spPr>
          <a:xfrm>
            <a:off x="825375" y="4419173"/>
            <a:ext cx="151192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ED2BBA9-6094-B020-4EA2-7F3735F25F35}"/>
              </a:ext>
            </a:extLst>
          </p:cNvPr>
          <p:cNvSpPr txBox="1"/>
          <p:nvPr/>
        </p:nvSpPr>
        <p:spPr>
          <a:xfrm>
            <a:off x="7781636" y="4595092"/>
            <a:ext cx="655781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b="1">
                <a:solidFill>
                  <a:srgbClr val="FF0000"/>
                </a:solidFill>
              </a:rPr>
              <a:t>CAD Services</a:t>
            </a:r>
            <a:r>
              <a:rPr lang="en-US">
                <a:solidFill>
                  <a:srgbClr val="FF0000"/>
                </a:solidFill>
              </a:rPr>
              <a:t> </a:t>
            </a:r>
          </a:p>
          <a:p>
            <a:pPr marL="228600" indent="-228600">
              <a:buFont typeface=""/>
              <a:buChar char="•"/>
            </a:pPr>
            <a:r>
              <a:rPr lang="en-US" b="1">
                <a:solidFill>
                  <a:srgbClr val="FF0000"/>
                </a:solidFill>
              </a:rPr>
              <a:t>CSD Academy</a:t>
            </a:r>
            <a:r>
              <a:rPr lang="en-US">
                <a:solidFill>
                  <a:srgbClr val="FF0000"/>
                </a:solidFill>
              </a:rPr>
              <a:t> </a:t>
            </a:r>
          </a:p>
          <a:p>
            <a:pPr marL="228600" indent="-228600">
              <a:buFont typeface=""/>
              <a:buChar char="•"/>
            </a:pPr>
            <a:r>
              <a:rPr lang="en-US" b="1">
                <a:solidFill>
                  <a:srgbClr val="FF0000"/>
                </a:solidFill>
              </a:rPr>
              <a:t>CSD Digital</a:t>
            </a:r>
            <a:r>
              <a:rPr lang="en-US">
                <a:solidFill>
                  <a:srgbClr val="FF0000"/>
                </a:solidFill>
              </a:rPr>
              <a:t> </a:t>
            </a:r>
          </a:p>
        </p:txBody>
      </p:sp>
      <p:cxnSp>
        <p:nvCxnSpPr>
          <p:cNvPr id="5" name="Straight Connector 4">
            <a:extLst>
              <a:ext uri="{FF2B5EF4-FFF2-40B4-BE49-F238E27FC236}">
                <a16:creationId xmlns:a16="http://schemas.microsoft.com/office/drawing/2014/main" id="{B876446A-B603-0AFF-8C51-93284DFB012E}"/>
              </a:ext>
            </a:extLst>
          </p:cNvPr>
          <p:cNvCxnSpPr>
            <a:cxnSpLocks/>
          </p:cNvCxnSpPr>
          <p:nvPr/>
        </p:nvCxnSpPr>
        <p:spPr>
          <a:xfrm>
            <a:off x="3517641" y="4419173"/>
            <a:ext cx="3704253" cy="186032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2F5554B-EF1A-A77F-B7EB-EBFD630ED5F8}"/>
              </a:ext>
            </a:extLst>
          </p:cNvPr>
          <p:cNvCxnSpPr>
            <a:cxnSpLocks/>
          </p:cNvCxnSpPr>
          <p:nvPr/>
        </p:nvCxnSpPr>
        <p:spPr>
          <a:xfrm flipV="1">
            <a:off x="3517641" y="4419173"/>
            <a:ext cx="3545632" cy="186032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653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8C167-21A2-9EF8-B84F-A9345A0F2B8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2AA088E-5DE6-4409-001A-CD9BEBDD90E6}"/>
              </a:ext>
            </a:extLst>
          </p:cNvPr>
          <p:cNvSpPr txBox="1"/>
          <p:nvPr/>
        </p:nvSpPr>
        <p:spPr>
          <a:xfrm>
            <a:off x="66289" y="-20218"/>
            <a:ext cx="6096000" cy="954107"/>
          </a:xfrm>
          <a:prstGeom prst="rect">
            <a:avLst/>
          </a:prstGeom>
          <a:noFill/>
        </p:spPr>
        <p:txBody>
          <a:bodyPr wrap="square" lIns="91440" tIns="45720" rIns="91440" bIns="45720" anchor="t">
            <a:spAutoFit/>
          </a:bodyPr>
          <a:lstStyle/>
          <a:p>
            <a:r>
              <a:rPr lang="en-US" sz="2800" b="1">
                <a:solidFill>
                  <a:srgbClr val="FF0000"/>
                </a:solidFill>
              </a:rPr>
              <a:t>About Us</a:t>
            </a:r>
            <a:endParaRPr lang="en-US" sz="2800">
              <a:solidFill>
                <a:srgbClr val="000000"/>
              </a:solidFill>
            </a:endParaRPr>
          </a:p>
          <a:p>
            <a:endParaRPr lang="en-US" sz="2800" b="1">
              <a:solidFill>
                <a:srgbClr val="FF0000"/>
              </a:solidFill>
            </a:endParaRPr>
          </a:p>
        </p:txBody>
      </p:sp>
      <p:sp>
        <p:nvSpPr>
          <p:cNvPr id="2" name="TextBox 1">
            <a:extLst>
              <a:ext uri="{FF2B5EF4-FFF2-40B4-BE49-F238E27FC236}">
                <a16:creationId xmlns:a16="http://schemas.microsoft.com/office/drawing/2014/main" id="{884A4292-9AF0-5BCA-64BD-F178E1EAECD5}"/>
              </a:ext>
            </a:extLst>
          </p:cNvPr>
          <p:cNvSpPr txBox="1"/>
          <p:nvPr/>
        </p:nvSpPr>
        <p:spPr>
          <a:xfrm>
            <a:off x="180109" y="824345"/>
            <a:ext cx="11817927"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Founder’s Story</a:t>
            </a:r>
          </a:p>
          <a:p>
            <a:r>
              <a:rPr lang="en-US"/>
              <a:t>Mr. Pham Tien Phong is a mechanical engineer with hands-on experience working for leading corporations in the heavy industry and food processing sectors. Throughout his career, he has been directly involved in machine design, technical documentation, and real-world manufacturing processes—developing a deep understanding of the gap between engineering concepts and practical execution.</a:t>
            </a:r>
          </a:p>
          <a:p>
            <a:r>
              <a:rPr lang="en-US"/>
              <a:t>Recognizing this gap, he founded </a:t>
            </a:r>
            <a:r>
              <a:rPr lang="en-US" b="1"/>
              <a:t>CADSQUAD Vietnam</a:t>
            </a:r>
            <a:r>
              <a:rPr lang="en-US"/>
              <a:t> with a clear mission: to deliver reliable, high-quality technical solutions while empowering the next generation of engineers and digital creators.</a:t>
            </a:r>
          </a:p>
          <a:p>
            <a:r>
              <a:rPr lang="en-US"/>
              <a:t>Under his leadership, CADSQUAD has evolved into a multidisciplinary platform that includes:</a:t>
            </a:r>
          </a:p>
          <a:p>
            <a:pPr marL="228600" indent="-228600">
              <a:buFont typeface=""/>
              <a:buChar char="•"/>
            </a:pPr>
            <a:r>
              <a:rPr lang="en-US" b="1"/>
              <a:t>CAD Services</a:t>
            </a:r>
            <a:r>
              <a:rPr lang="en-US"/>
              <a:t> – Mechanical design, CAD data conversion, technical documentation, and engineering support.</a:t>
            </a:r>
          </a:p>
          <a:p>
            <a:pPr marL="228600" indent="-228600">
              <a:buFont typeface=""/>
              <a:buChar char="•"/>
            </a:pPr>
            <a:r>
              <a:rPr lang="en-US" b="1"/>
              <a:t>CSD Academy</a:t>
            </a:r>
            <a:r>
              <a:rPr lang="en-US"/>
              <a:t> – Professional training programs focused on CAD, engineering design, and digital skills.</a:t>
            </a:r>
          </a:p>
          <a:p>
            <a:pPr marL="228600" indent="-228600">
              <a:buFont typeface=""/>
              <a:buChar char="•"/>
            </a:pPr>
            <a:r>
              <a:rPr lang="en-US" b="1"/>
              <a:t>CSD Digital</a:t>
            </a:r>
            <a:r>
              <a:rPr lang="en-US"/>
              <a:t> – Website development and digital solutions that help businesses establish and grow their online presence.</a:t>
            </a:r>
          </a:p>
          <a:p>
            <a:r>
              <a:rPr lang="en-US"/>
              <a:t>His vision is to build more than a service company—he aims to create a trusted technical ecosystem where innovation, education, and digital transformation come together to turn ideas into real-world, sustainable solutions.</a:t>
            </a:r>
          </a:p>
          <a:p>
            <a:r>
              <a:rPr lang="en-US"/>
              <a:t>At CADSQUAD Vietnam, we are not just a service provider—we are your long-term technical partner.</a:t>
            </a:r>
          </a:p>
          <a:p>
            <a:pPr algn="ctr"/>
            <a:endParaRPr lang="en-US"/>
          </a:p>
        </p:txBody>
      </p:sp>
    </p:spTree>
    <p:extLst>
      <p:ext uri="{BB962C8B-B14F-4D97-AF65-F5344CB8AC3E}">
        <p14:creationId xmlns:p14="http://schemas.microsoft.com/office/powerpoint/2010/main" val="441137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40461-0A6A-86AC-A349-8E9F21022EF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2FAD6E3-FACC-57AF-EF05-C707C30A8886}"/>
              </a:ext>
            </a:extLst>
          </p:cNvPr>
          <p:cNvSpPr txBox="1"/>
          <p:nvPr/>
        </p:nvSpPr>
        <p:spPr>
          <a:xfrm>
            <a:off x="66289" y="-20218"/>
            <a:ext cx="6096000" cy="954107"/>
          </a:xfrm>
          <a:prstGeom prst="rect">
            <a:avLst/>
          </a:prstGeom>
          <a:noFill/>
        </p:spPr>
        <p:txBody>
          <a:bodyPr wrap="square" lIns="91440" tIns="45720" rIns="91440" bIns="45720" anchor="t">
            <a:spAutoFit/>
          </a:bodyPr>
          <a:lstStyle/>
          <a:p>
            <a:r>
              <a:rPr lang="en-US" sz="2800" b="1">
                <a:solidFill>
                  <a:srgbClr val="FF0000"/>
                </a:solidFill>
              </a:rPr>
              <a:t>About Us</a:t>
            </a:r>
            <a:endParaRPr lang="en-US" sz="2800">
              <a:solidFill>
                <a:srgbClr val="000000"/>
              </a:solidFill>
            </a:endParaRPr>
          </a:p>
          <a:p>
            <a:endParaRPr lang="en-US" sz="2800" b="1">
              <a:solidFill>
                <a:srgbClr val="FF0000"/>
              </a:solidFill>
            </a:endParaRPr>
          </a:p>
        </p:txBody>
      </p:sp>
      <p:sp>
        <p:nvSpPr>
          <p:cNvPr id="3" name="TextBox 2">
            <a:extLst>
              <a:ext uri="{FF2B5EF4-FFF2-40B4-BE49-F238E27FC236}">
                <a16:creationId xmlns:a16="http://schemas.microsoft.com/office/drawing/2014/main" id="{BC691228-35E1-9D6A-C345-13B819A31B1D}"/>
              </a:ext>
            </a:extLst>
          </p:cNvPr>
          <p:cNvSpPr txBox="1"/>
          <p:nvPr/>
        </p:nvSpPr>
        <p:spPr>
          <a:xfrm>
            <a:off x="69273" y="450273"/>
            <a:ext cx="1120832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Our Journey</a:t>
            </a:r>
          </a:p>
          <a:p>
            <a:r>
              <a:rPr lang="en-US" b="1"/>
              <a:t> </a:t>
            </a:r>
            <a:r>
              <a:rPr lang="en-US">
                <a:ea typeface="+mn-lt"/>
                <a:cs typeface="+mn-lt"/>
              </a:rPr>
              <a:t>From a small freelance team to a growing multidisciplinary company, our journey reflects resilience, innovation, and an unwavering commitment to excellence.</a:t>
            </a:r>
            <a:endParaRPr lang="en-US" b="1"/>
          </a:p>
          <a:p>
            <a:r>
              <a:rPr lang="en-US" b="1"/>
              <a:t>2022 – Foundation</a:t>
            </a:r>
          </a:p>
          <a:p>
            <a:pPr marL="228600" indent="-228600">
              <a:buFont typeface=""/>
              <a:buChar char="•"/>
            </a:pPr>
            <a:r>
              <a:rPr lang="en-US"/>
              <a:t>Founded in Ho Chi Minh City, Vietnam</a:t>
            </a:r>
          </a:p>
          <a:p>
            <a:pPr marL="228600" indent="-228600">
              <a:buFont typeface=""/>
              <a:buChar char="•"/>
            </a:pPr>
            <a:r>
              <a:rPr lang="en-US"/>
              <a:t>Started with a small but highly dedicated freelance startup team</a:t>
            </a:r>
          </a:p>
          <a:p>
            <a:pPr marL="228600" indent="-228600">
              <a:buFont typeface=""/>
              <a:buChar char="•"/>
            </a:pPr>
            <a:r>
              <a:rPr lang="en-US"/>
              <a:t>Focused on delivering high-quality CAD and mechanical design services to global clients</a:t>
            </a:r>
          </a:p>
          <a:p>
            <a:pPr algn="ctr"/>
            <a:endParaRPr lang="en-US"/>
          </a:p>
        </p:txBody>
      </p:sp>
      <p:sp>
        <p:nvSpPr>
          <p:cNvPr id="4" name="TextBox 3">
            <a:extLst>
              <a:ext uri="{FF2B5EF4-FFF2-40B4-BE49-F238E27FC236}">
                <a16:creationId xmlns:a16="http://schemas.microsoft.com/office/drawing/2014/main" id="{7710C9BD-1AC8-44B7-EEC5-95E14DB59D62}"/>
              </a:ext>
            </a:extLst>
          </p:cNvPr>
          <p:cNvSpPr txBox="1"/>
          <p:nvPr/>
        </p:nvSpPr>
        <p:spPr>
          <a:xfrm>
            <a:off x="55418" y="2403763"/>
            <a:ext cx="1108363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2023 – 2024 – Global Expansion</a:t>
            </a:r>
          </a:p>
          <a:p>
            <a:pPr marL="228600" indent="-228600">
              <a:buFont typeface=""/>
              <a:buChar char="•"/>
            </a:pPr>
            <a:r>
              <a:rPr lang="en-US"/>
              <a:t>Successfully expanded services through international freelance platforms</a:t>
            </a:r>
          </a:p>
          <a:p>
            <a:pPr marL="228600" indent="-228600">
              <a:buFont typeface=""/>
              <a:buChar char="•"/>
            </a:pPr>
            <a:r>
              <a:rPr lang="en-US"/>
              <a:t>Built a strong reputation for precision, reliability, and on-time delivery</a:t>
            </a:r>
          </a:p>
          <a:p>
            <a:pPr marL="228600" indent="-228600">
              <a:buFont typeface=""/>
              <a:buChar char="•"/>
            </a:pPr>
            <a:r>
              <a:rPr lang="en-US"/>
              <a:t>Established long-term partnerships with clients across multiple industries</a:t>
            </a:r>
          </a:p>
          <a:p>
            <a:pPr algn="ctr"/>
            <a:endParaRPr lang="en-US"/>
          </a:p>
        </p:txBody>
      </p:sp>
      <p:sp>
        <p:nvSpPr>
          <p:cNvPr id="5" name="TextBox 4">
            <a:extLst>
              <a:ext uri="{FF2B5EF4-FFF2-40B4-BE49-F238E27FC236}">
                <a16:creationId xmlns:a16="http://schemas.microsoft.com/office/drawing/2014/main" id="{7B2795C0-7762-8F92-43F4-6A40A66A4FDF}"/>
              </a:ext>
            </a:extLst>
          </p:cNvPr>
          <p:cNvSpPr txBox="1"/>
          <p:nvPr/>
        </p:nvSpPr>
        <p:spPr>
          <a:xfrm>
            <a:off x="55418" y="3747655"/>
            <a:ext cx="1156854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2025 – Growth Milestone</a:t>
            </a:r>
          </a:p>
          <a:p>
            <a:pPr marL="228600" indent="-228600">
              <a:buFont typeface=""/>
              <a:buChar char="•"/>
            </a:pPr>
            <a:r>
              <a:rPr lang="en-US"/>
              <a:t>Reached over </a:t>
            </a:r>
            <a:r>
              <a:rPr lang="en-US" b="1"/>
              <a:t>500 clients</a:t>
            </a:r>
            <a:r>
              <a:rPr lang="en-US"/>
              <a:t> worldwide</a:t>
            </a:r>
          </a:p>
          <a:p>
            <a:pPr marL="228600" indent="-228600">
              <a:buFont typeface=""/>
              <a:buChar char="•"/>
            </a:pPr>
            <a:r>
              <a:rPr lang="en-US"/>
              <a:t>Successfully completed more than </a:t>
            </a:r>
            <a:r>
              <a:rPr lang="en-US" b="1"/>
              <a:t>800 projects</a:t>
            </a:r>
            <a:r>
              <a:rPr lang="en-US"/>
              <a:t>, both on freelance platforms and through direct partnerships</a:t>
            </a:r>
          </a:p>
          <a:p>
            <a:pPr marL="228600" indent="-228600">
              <a:buFont typeface=""/>
              <a:buChar char="•"/>
            </a:pPr>
            <a:r>
              <a:rPr lang="en-US"/>
              <a:t>Strengthened brand recognition and client trust globally</a:t>
            </a:r>
          </a:p>
          <a:p>
            <a:pPr algn="ctr"/>
            <a:endParaRPr lang="en-US"/>
          </a:p>
        </p:txBody>
      </p:sp>
      <p:sp>
        <p:nvSpPr>
          <p:cNvPr id="7" name="TextBox 6">
            <a:extLst>
              <a:ext uri="{FF2B5EF4-FFF2-40B4-BE49-F238E27FC236}">
                <a16:creationId xmlns:a16="http://schemas.microsoft.com/office/drawing/2014/main" id="{CE812DF4-86F8-6BFC-05FF-F9AD7D24CC91}"/>
              </a:ext>
            </a:extLst>
          </p:cNvPr>
          <p:cNvSpPr txBox="1"/>
          <p:nvPr/>
        </p:nvSpPr>
        <p:spPr>
          <a:xfrm>
            <a:off x="55418" y="5216237"/>
            <a:ext cx="1069570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2026 – Official Establishment &amp; New Era</a:t>
            </a:r>
          </a:p>
          <a:p>
            <a:pPr marL="228600" indent="-228600">
              <a:buFont typeface=""/>
              <a:buChar char="•"/>
            </a:pPr>
            <a:r>
              <a:rPr lang="en-US"/>
              <a:t>Officially registered as a legal enterprise</a:t>
            </a:r>
          </a:p>
          <a:p>
            <a:pPr marL="228600" indent="-228600">
              <a:buFont typeface=""/>
              <a:buChar char="•"/>
            </a:pPr>
            <a:r>
              <a:rPr lang="en-US"/>
              <a:t>Transitioned from a freelance-driven model to a structured company system</a:t>
            </a:r>
          </a:p>
          <a:p>
            <a:pPr marL="228600" indent="-228600">
              <a:buFont typeface=""/>
              <a:buChar char="•"/>
            </a:pPr>
            <a:r>
              <a:rPr lang="en-US"/>
              <a:t>Entered a new era of strategic growth, expanding into education and digital services</a:t>
            </a:r>
          </a:p>
          <a:p>
            <a:pPr algn="ctr"/>
            <a:endParaRPr lang="en-US"/>
          </a:p>
        </p:txBody>
      </p:sp>
    </p:spTree>
    <p:extLst>
      <p:ext uri="{BB962C8B-B14F-4D97-AF65-F5344CB8AC3E}">
        <p14:creationId xmlns:p14="http://schemas.microsoft.com/office/powerpoint/2010/main" val="3086257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DAFB-229D-F249-91CA-1EBDA1D791B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3B0F28-27E9-977B-E9AD-DCFDF8F67E1D}"/>
              </a:ext>
            </a:extLst>
          </p:cNvPr>
          <p:cNvSpPr txBox="1"/>
          <p:nvPr/>
        </p:nvSpPr>
        <p:spPr>
          <a:xfrm>
            <a:off x="66289" y="-20218"/>
            <a:ext cx="6096000" cy="954107"/>
          </a:xfrm>
          <a:prstGeom prst="rect">
            <a:avLst/>
          </a:prstGeom>
          <a:noFill/>
        </p:spPr>
        <p:txBody>
          <a:bodyPr wrap="square" lIns="91440" tIns="45720" rIns="91440" bIns="45720" anchor="t">
            <a:spAutoFit/>
          </a:bodyPr>
          <a:lstStyle/>
          <a:p>
            <a:r>
              <a:rPr lang="en-US" sz="2800" b="1">
                <a:solidFill>
                  <a:srgbClr val="FF0000"/>
                </a:solidFill>
              </a:rPr>
              <a:t>About Us</a:t>
            </a:r>
            <a:endParaRPr lang="en-US" sz="2800">
              <a:solidFill>
                <a:srgbClr val="000000"/>
              </a:solidFill>
            </a:endParaRPr>
          </a:p>
          <a:p>
            <a:endParaRPr lang="en-US" sz="2800" b="1">
              <a:solidFill>
                <a:srgbClr val="FF0000"/>
              </a:solidFill>
            </a:endParaRPr>
          </a:p>
        </p:txBody>
      </p:sp>
      <p:sp>
        <p:nvSpPr>
          <p:cNvPr id="2" name="TextBox 1">
            <a:extLst>
              <a:ext uri="{FF2B5EF4-FFF2-40B4-BE49-F238E27FC236}">
                <a16:creationId xmlns:a16="http://schemas.microsoft.com/office/drawing/2014/main" id="{D8F28745-528A-50DF-F04B-3DCDB218F9E0}"/>
              </a:ext>
            </a:extLst>
          </p:cNvPr>
          <p:cNvSpPr txBox="1"/>
          <p:nvPr/>
        </p:nvSpPr>
        <p:spPr>
          <a:xfrm>
            <a:off x="0" y="755073"/>
            <a:ext cx="1181792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Who We Are</a:t>
            </a:r>
          </a:p>
          <a:p>
            <a:r>
              <a:rPr lang="en-US"/>
              <a:t>We are a multidisciplinary team of engineers, designers, and digital professionals dedicated to transforming innovative ideas into practical, high-quality solutions. </a:t>
            </a:r>
          </a:p>
          <a:p>
            <a:r>
              <a:rPr lang="en-US"/>
              <a:t>Our expertise spans:</a:t>
            </a:r>
          </a:p>
          <a:p>
            <a:pPr marL="228600" indent="-228600">
              <a:buFont typeface=""/>
              <a:buChar char="•"/>
            </a:pPr>
            <a:r>
              <a:rPr lang="en-US" b="1"/>
              <a:t>Engineering &amp; CAD Services</a:t>
            </a:r>
            <a:r>
              <a:rPr lang="en-US"/>
              <a:t> – Comprehensive mechanical design, 3D modeling, CAD drafting, and product development tailored to client needs.</a:t>
            </a:r>
          </a:p>
          <a:p>
            <a:pPr marL="228600" indent="-228600">
              <a:buFont typeface=""/>
              <a:buChar char="•"/>
            </a:pPr>
            <a:r>
              <a:rPr lang="en-US" b="1"/>
              <a:t>CSD Academy</a:t>
            </a:r>
            <a:r>
              <a:rPr lang="en-US"/>
              <a:t> – Professional training programs in CAD, engineering, and digital design to empower engineers, students, and creative professionals.</a:t>
            </a:r>
          </a:p>
          <a:p>
            <a:pPr marL="228600" indent="-228600">
              <a:buFont typeface=""/>
              <a:buChar char="•"/>
            </a:pPr>
            <a:r>
              <a:rPr lang="en-US" b="1"/>
              <a:t>CSD Digital</a:t>
            </a:r>
            <a:r>
              <a:rPr lang="en-US"/>
              <a:t> – Website development, digital branding, and online business solutions that help companies thrive in the digital era.</a:t>
            </a:r>
          </a:p>
          <a:p>
            <a:r>
              <a:rPr lang="en-US"/>
              <a:t>Our vision is to become a trusted partner and leader across engineering design, professional education, and digital services. We achieve this by delivering creativity, reliability, and excellence in every project. By continuously innovating and improving, we ensure every solution we provide brings tangible value and makes a lasting impact for our clients.</a:t>
            </a:r>
          </a:p>
          <a:p>
            <a:r>
              <a:rPr lang="en-US"/>
              <a:t>With a highly experienced and versatile team, CADSQUAD Vietnam takes pride in offering professional, world-class services that bridge the gap between ideas, skills, and practical execution—whether in engineering, education, or digital solutions.</a:t>
            </a:r>
          </a:p>
          <a:p>
            <a:pPr algn="ctr"/>
            <a:endParaRPr lang="en-US"/>
          </a:p>
        </p:txBody>
      </p:sp>
    </p:spTree>
    <p:extLst>
      <p:ext uri="{BB962C8B-B14F-4D97-AF65-F5344CB8AC3E}">
        <p14:creationId xmlns:p14="http://schemas.microsoft.com/office/powerpoint/2010/main" val="782400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482EB-59B3-9918-2174-8F9936C3FDC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0B5DB81-0B69-DC38-76E2-21A85EEF0C0D}"/>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CAD SERVICES</a:t>
            </a:r>
            <a:endParaRPr lang="en-US"/>
          </a:p>
        </p:txBody>
      </p:sp>
      <p:pic>
        <p:nvPicPr>
          <p:cNvPr id="2" name="Picture 1">
            <a:extLst>
              <a:ext uri="{FF2B5EF4-FFF2-40B4-BE49-F238E27FC236}">
                <a16:creationId xmlns:a16="http://schemas.microsoft.com/office/drawing/2014/main" id="{E42490C1-F7AA-CA65-131E-14E4CC206915}"/>
              </a:ext>
            </a:extLst>
          </p:cNvPr>
          <p:cNvPicPr>
            <a:picLocks noChangeAspect="1"/>
          </p:cNvPicPr>
          <p:nvPr/>
        </p:nvPicPr>
        <p:blipFill>
          <a:blip r:embed="rId2"/>
          <a:srcRect l="-31" t="-116" r="147" b="41814"/>
          <a:stretch>
            <a:fillRect/>
          </a:stretch>
        </p:blipFill>
        <p:spPr>
          <a:xfrm>
            <a:off x="66289" y="880327"/>
            <a:ext cx="12125778" cy="4135024"/>
          </a:xfrm>
          <a:prstGeom prst="rect">
            <a:avLst/>
          </a:prstGeom>
        </p:spPr>
      </p:pic>
    </p:spTree>
    <p:extLst>
      <p:ext uri="{BB962C8B-B14F-4D97-AF65-F5344CB8AC3E}">
        <p14:creationId xmlns:p14="http://schemas.microsoft.com/office/powerpoint/2010/main" val="1365217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E5C39-BEB6-CE45-0EC0-E51204EF08E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3C8CEA3-9B6A-D1B1-E2A0-582B3AE65ADF}"/>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CAD SERVICES</a:t>
            </a:r>
            <a:endParaRPr lang="en-US"/>
          </a:p>
        </p:txBody>
      </p:sp>
      <p:pic>
        <p:nvPicPr>
          <p:cNvPr id="3" name="Picture 2" descr="A screenshot of a computer&#10;&#10;AI-generated content may be incorrect.">
            <a:extLst>
              <a:ext uri="{FF2B5EF4-FFF2-40B4-BE49-F238E27FC236}">
                <a16:creationId xmlns:a16="http://schemas.microsoft.com/office/drawing/2014/main" id="{12EFB7D1-1F48-462B-62A1-B4960FA66F0B}"/>
              </a:ext>
            </a:extLst>
          </p:cNvPr>
          <p:cNvPicPr>
            <a:picLocks noChangeAspect="1"/>
          </p:cNvPicPr>
          <p:nvPr/>
        </p:nvPicPr>
        <p:blipFill>
          <a:blip r:embed="rId2"/>
          <a:stretch>
            <a:fillRect/>
          </a:stretch>
        </p:blipFill>
        <p:spPr>
          <a:xfrm>
            <a:off x="67539" y="937779"/>
            <a:ext cx="12126191" cy="4927022"/>
          </a:xfrm>
          <a:prstGeom prst="rect">
            <a:avLst/>
          </a:prstGeom>
        </p:spPr>
      </p:pic>
    </p:spTree>
    <p:extLst>
      <p:ext uri="{BB962C8B-B14F-4D97-AF65-F5344CB8AC3E}">
        <p14:creationId xmlns:p14="http://schemas.microsoft.com/office/powerpoint/2010/main" val="4002162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2F9D6-638E-3F39-AF6F-3303365EAE2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C3AB212-6B76-53BE-F251-F0545A3E649B}"/>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CAD SERVICES</a:t>
            </a:r>
            <a:endParaRPr lang="en-US"/>
          </a:p>
        </p:txBody>
      </p:sp>
      <p:pic>
        <p:nvPicPr>
          <p:cNvPr id="3" name="Picture 2" descr="A screenshot of a computer&#10;&#10;AI-generated content may be incorrect.">
            <a:extLst>
              <a:ext uri="{FF2B5EF4-FFF2-40B4-BE49-F238E27FC236}">
                <a16:creationId xmlns:a16="http://schemas.microsoft.com/office/drawing/2014/main" id="{14AB25A3-30EF-C254-7693-DF4FA236F684}"/>
              </a:ext>
            </a:extLst>
          </p:cNvPr>
          <p:cNvPicPr>
            <a:picLocks noChangeAspect="1"/>
          </p:cNvPicPr>
          <p:nvPr/>
        </p:nvPicPr>
        <p:blipFill>
          <a:blip r:embed="rId2"/>
          <a:stretch>
            <a:fillRect/>
          </a:stretch>
        </p:blipFill>
        <p:spPr>
          <a:xfrm>
            <a:off x="6061" y="488373"/>
            <a:ext cx="10572750" cy="6019800"/>
          </a:xfrm>
          <a:prstGeom prst="rect">
            <a:avLst/>
          </a:prstGeom>
        </p:spPr>
      </p:pic>
    </p:spTree>
    <p:extLst>
      <p:ext uri="{BB962C8B-B14F-4D97-AF65-F5344CB8AC3E}">
        <p14:creationId xmlns:p14="http://schemas.microsoft.com/office/powerpoint/2010/main" val="4031609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1C507-B153-88B9-CD48-13B5B586CC1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9B5FFBB-57BC-3C6F-E809-99169FF76CF5}"/>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CAD SERVICES</a:t>
            </a:r>
            <a:endParaRPr lang="en-US"/>
          </a:p>
        </p:txBody>
      </p:sp>
      <p:pic>
        <p:nvPicPr>
          <p:cNvPr id="4" name="Picture 3" descr="A collage of several silos&#10;&#10;AI-generated content may be incorrect.">
            <a:extLst>
              <a:ext uri="{FF2B5EF4-FFF2-40B4-BE49-F238E27FC236}">
                <a16:creationId xmlns:a16="http://schemas.microsoft.com/office/drawing/2014/main" id="{64967751-2892-96E2-B6BB-EDD4964C9B39}"/>
              </a:ext>
            </a:extLst>
          </p:cNvPr>
          <p:cNvPicPr>
            <a:picLocks noChangeAspect="1"/>
          </p:cNvPicPr>
          <p:nvPr/>
        </p:nvPicPr>
        <p:blipFill>
          <a:blip r:embed="rId2"/>
          <a:stretch>
            <a:fillRect/>
          </a:stretch>
        </p:blipFill>
        <p:spPr>
          <a:xfrm>
            <a:off x="62345" y="1430049"/>
            <a:ext cx="11956473" cy="3762375"/>
          </a:xfrm>
          <a:prstGeom prst="rect">
            <a:avLst/>
          </a:prstGeom>
        </p:spPr>
      </p:pic>
      <p:sp>
        <p:nvSpPr>
          <p:cNvPr id="5" name="TextBox 4">
            <a:extLst>
              <a:ext uri="{FF2B5EF4-FFF2-40B4-BE49-F238E27FC236}">
                <a16:creationId xmlns:a16="http://schemas.microsoft.com/office/drawing/2014/main" id="{FF83FEC2-EA71-F548-AEC8-DB37AC5C195C}"/>
              </a:ext>
            </a:extLst>
          </p:cNvPr>
          <p:cNvSpPr txBox="1"/>
          <p:nvPr/>
        </p:nvSpPr>
        <p:spPr>
          <a:xfrm>
            <a:off x="69273" y="5687291"/>
            <a:ext cx="109173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https://www.desmet.com/en/feed/grain-handling/conveyors-and-elevators</a:t>
            </a:r>
          </a:p>
          <a:p>
            <a:pPr algn="ctr"/>
            <a:endParaRPr lang="en-US"/>
          </a:p>
        </p:txBody>
      </p:sp>
    </p:spTree>
    <p:extLst>
      <p:ext uri="{BB962C8B-B14F-4D97-AF65-F5344CB8AC3E}">
        <p14:creationId xmlns:p14="http://schemas.microsoft.com/office/powerpoint/2010/main" val="1194066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B4797-3933-6068-3F80-CA3E8BAC51B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4D6248-FF13-0BA5-E85E-D35AB99305CB}"/>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DIGITAL SERVICES</a:t>
            </a:r>
          </a:p>
        </p:txBody>
      </p:sp>
      <p:pic>
        <p:nvPicPr>
          <p:cNvPr id="3" name="Picture 2" descr="A group of silos&#10;&#10;AI-generated content may be incorrect.">
            <a:extLst>
              <a:ext uri="{FF2B5EF4-FFF2-40B4-BE49-F238E27FC236}">
                <a16:creationId xmlns:a16="http://schemas.microsoft.com/office/drawing/2014/main" id="{AB1516BE-DBCC-798B-F300-185D6BE85DC9}"/>
              </a:ext>
            </a:extLst>
          </p:cNvPr>
          <p:cNvPicPr>
            <a:picLocks noChangeAspect="1"/>
          </p:cNvPicPr>
          <p:nvPr/>
        </p:nvPicPr>
        <p:blipFill>
          <a:blip r:embed="rId2"/>
          <a:stretch>
            <a:fillRect/>
          </a:stretch>
        </p:blipFill>
        <p:spPr>
          <a:xfrm>
            <a:off x="69272" y="1415906"/>
            <a:ext cx="11596255" cy="2513733"/>
          </a:xfrm>
          <a:prstGeom prst="rect">
            <a:avLst/>
          </a:prstGeom>
        </p:spPr>
      </p:pic>
      <p:sp>
        <p:nvSpPr>
          <p:cNvPr id="5" name="TextBox 4">
            <a:extLst>
              <a:ext uri="{FF2B5EF4-FFF2-40B4-BE49-F238E27FC236}">
                <a16:creationId xmlns:a16="http://schemas.microsoft.com/office/drawing/2014/main" id="{BDFA0387-4BC2-7DEE-9EE3-6A24AB020A42}"/>
              </a:ext>
            </a:extLst>
          </p:cNvPr>
          <p:cNvSpPr txBox="1"/>
          <p:nvPr/>
        </p:nvSpPr>
        <p:spPr>
          <a:xfrm>
            <a:off x="3255818" y="1600200"/>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latin typeface="Aptos"/>
              </a:rPr>
              <a:t>CSD </a:t>
            </a:r>
            <a:r>
              <a:rPr lang="en-US" sz="2800" b="1" baseline="0">
                <a:solidFill>
                  <a:srgbClr val="FF0000"/>
                </a:solidFill>
                <a:latin typeface="Aptos"/>
              </a:rPr>
              <a:t>DIGITAL</a:t>
            </a:r>
            <a:endParaRPr lang="en-US"/>
          </a:p>
          <a:p>
            <a:pPr algn="ctr"/>
            <a:endParaRPr lang="en-US"/>
          </a:p>
        </p:txBody>
      </p:sp>
      <p:cxnSp>
        <p:nvCxnSpPr>
          <p:cNvPr id="8" name="Straight Connector 7">
            <a:extLst>
              <a:ext uri="{FF2B5EF4-FFF2-40B4-BE49-F238E27FC236}">
                <a16:creationId xmlns:a16="http://schemas.microsoft.com/office/drawing/2014/main" id="{811898E1-6C52-CDB3-447B-2BDC14289223}"/>
              </a:ext>
            </a:extLst>
          </p:cNvPr>
          <p:cNvCxnSpPr>
            <a:cxnSpLocks/>
          </p:cNvCxnSpPr>
          <p:nvPr/>
        </p:nvCxnSpPr>
        <p:spPr>
          <a:xfrm>
            <a:off x="1219200" y="1892723"/>
            <a:ext cx="1895089" cy="1385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852E440-9497-73D8-DE66-B2C52B11FBBA}"/>
              </a:ext>
            </a:extLst>
          </p:cNvPr>
          <p:cNvSpPr txBox="1"/>
          <p:nvPr/>
        </p:nvSpPr>
        <p:spPr>
          <a:xfrm>
            <a:off x="7204363" y="3927764"/>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latin typeface="Aptos"/>
              </a:rPr>
              <a:t>Logo CSD DIGITAL</a:t>
            </a:r>
            <a:endParaRPr lang="en-US">
              <a:solidFill>
                <a:srgbClr val="000000"/>
              </a:solidFill>
              <a:latin typeface="Aptos"/>
            </a:endParaRPr>
          </a:p>
          <a:p>
            <a:pPr algn="ctr"/>
            <a:endParaRPr lang="en-US"/>
          </a:p>
        </p:txBody>
      </p:sp>
      <p:cxnSp>
        <p:nvCxnSpPr>
          <p:cNvPr id="11" name="Straight Arrow Connector 10">
            <a:extLst>
              <a:ext uri="{FF2B5EF4-FFF2-40B4-BE49-F238E27FC236}">
                <a16:creationId xmlns:a16="http://schemas.microsoft.com/office/drawing/2014/main" id="{FE1D7E87-EAE9-14BA-9C07-8AD0AA5539C7}"/>
              </a:ext>
            </a:extLst>
          </p:cNvPr>
          <p:cNvCxnSpPr>
            <a:cxnSpLocks/>
          </p:cNvCxnSpPr>
          <p:nvPr/>
        </p:nvCxnSpPr>
        <p:spPr>
          <a:xfrm flipV="1">
            <a:off x="8868631" y="3402868"/>
            <a:ext cx="221671" cy="57901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B2AAAF7-628D-96A2-1D26-139B19BA7B59}"/>
              </a:ext>
            </a:extLst>
          </p:cNvPr>
          <p:cNvSpPr txBox="1"/>
          <p:nvPr/>
        </p:nvSpPr>
        <p:spPr>
          <a:xfrm>
            <a:off x="457200" y="4565073"/>
            <a:ext cx="1131916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CSD Digital</a:t>
            </a:r>
            <a:r>
              <a:rPr lang="en-US"/>
              <a:t>, the digital solutions arm of CADSQUAD Vietnam, focuses on website development, digital design, and online business solutions. From corporate websites and e-commerce platforms to branding and digital optimization services, CSD Digital delivers comprehensive solutions that help businesses build strong digital identities and achieve sustainable growth in the modern marketplace.</a:t>
            </a:r>
          </a:p>
          <a:p>
            <a:pPr algn="ctr"/>
            <a:endParaRPr lang="en-US"/>
          </a:p>
        </p:txBody>
      </p:sp>
    </p:spTree>
    <p:extLst>
      <p:ext uri="{BB962C8B-B14F-4D97-AF65-F5344CB8AC3E}">
        <p14:creationId xmlns:p14="http://schemas.microsoft.com/office/powerpoint/2010/main" val="4009577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73FAE-2271-A654-BCCA-73AC2658940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16D2ED6-DE5A-4177-0F58-AAD926B3C1FF}"/>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DIGITAL SERVICES</a:t>
            </a:r>
          </a:p>
        </p:txBody>
      </p:sp>
      <p:pic>
        <p:nvPicPr>
          <p:cNvPr id="4" name="Picture 3" descr="A screenshot of a website&#10;&#10;AI-generated content may be incorrect.">
            <a:extLst>
              <a:ext uri="{FF2B5EF4-FFF2-40B4-BE49-F238E27FC236}">
                <a16:creationId xmlns:a16="http://schemas.microsoft.com/office/drawing/2014/main" id="{F87B25BD-AC54-2F3D-AF64-9528585A7AFC}"/>
              </a:ext>
            </a:extLst>
          </p:cNvPr>
          <p:cNvPicPr>
            <a:picLocks noChangeAspect="1"/>
          </p:cNvPicPr>
          <p:nvPr/>
        </p:nvPicPr>
        <p:blipFill>
          <a:blip r:embed="rId2"/>
          <a:stretch>
            <a:fillRect/>
          </a:stretch>
        </p:blipFill>
        <p:spPr>
          <a:xfrm>
            <a:off x="59056" y="638267"/>
            <a:ext cx="7539356" cy="6225396"/>
          </a:xfrm>
          <a:prstGeom prst="rect">
            <a:avLst/>
          </a:prstGeom>
        </p:spPr>
      </p:pic>
    </p:spTree>
    <p:extLst>
      <p:ext uri="{BB962C8B-B14F-4D97-AF65-F5344CB8AC3E}">
        <p14:creationId xmlns:p14="http://schemas.microsoft.com/office/powerpoint/2010/main" val="1312402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475BD-2F81-1EDF-DA9D-C1483591E7F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DD013E2-EEA0-5E1E-E1A3-050BD6A8CBDA}"/>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DIGITAL SERVICES</a:t>
            </a:r>
          </a:p>
        </p:txBody>
      </p:sp>
      <p:pic>
        <p:nvPicPr>
          <p:cNvPr id="2" name="Picture 1" descr="A screenshot of a website&#10;&#10;AI-generated content may be incorrect.">
            <a:extLst>
              <a:ext uri="{FF2B5EF4-FFF2-40B4-BE49-F238E27FC236}">
                <a16:creationId xmlns:a16="http://schemas.microsoft.com/office/drawing/2014/main" id="{F290D9C3-ABD6-1C38-1694-A2D896E83C27}"/>
              </a:ext>
            </a:extLst>
          </p:cNvPr>
          <p:cNvPicPr>
            <a:picLocks noChangeAspect="1"/>
          </p:cNvPicPr>
          <p:nvPr/>
        </p:nvPicPr>
        <p:blipFill>
          <a:blip r:embed="rId2"/>
          <a:stretch>
            <a:fillRect/>
          </a:stretch>
        </p:blipFill>
        <p:spPr>
          <a:xfrm>
            <a:off x="55274" y="868652"/>
            <a:ext cx="8883361" cy="5836515"/>
          </a:xfrm>
          <a:prstGeom prst="rect">
            <a:avLst/>
          </a:prstGeom>
        </p:spPr>
      </p:pic>
    </p:spTree>
    <p:extLst>
      <p:ext uri="{BB962C8B-B14F-4D97-AF65-F5344CB8AC3E}">
        <p14:creationId xmlns:p14="http://schemas.microsoft.com/office/powerpoint/2010/main" val="2086966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9EE0-DA59-5E0F-E6D9-BC0EDE9D2A4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B1CAAE7-1466-45E5-BD64-47DAA566485B}"/>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ACADEMY</a:t>
            </a:r>
          </a:p>
        </p:txBody>
      </p:sp>
      <p:pic>
        <p:nvPicPr>
          <p:cNvPr id="3" name="Picture 2" descr="A group of silos&#10;&#10;AI-generated content may be incorrect.">
            <a:extLst>
              <a:ext uri="{FF2B5EF4-FFF2-40B4-BE49-F238E27FC236}">
                <a16:creationId xmlns:a16="http://schemas.microsoft.com/office/drawing/2014/main" id="{44894AAD-B3DF-C63F-152C-1F3AC01E4BBE}"/>
              </a:ext>
            </a:extLst>
          </p:cNvPr>
          <p:cNvPicPr>
            <a:picLocks noChangeAspect="1"/>
          </p:cNvPicPr>
          <p:nvPr/>
        </p:nvPicPr>
        <p:blipFill>
          <a:blip r:embed="rId2"/>
          <a:stretch>
            <a:fillRect/>
          </a:stretch>
        </p:blipFill>
        <p:spPr>
          <a:xfrm>
            <a:off x="69272" y="1415906"/>
            <a:ext cx="11596255" cy="2513733"/>
          </a:xfrm>
          <a:prstGeom prst="rect">
            <a:avLst/>
          </a:prstGeom>
        </p:spPr>
      </p:pic>
      <p:sp>
        <p:nvSpPr>
          <p:cNvPr id="5" name="TextBox 4">
            <a:extLst>
              <a:ext uri="{FF2B5EF4-FFF2-40B4-BE49-F238E27FC236}">
                <a16:creationId xmlns:a16="http://schemas.microsoft.com/office/drawing/2014/main" id="{32E14B9D-1FBF-5931-E61D-FEB05124BCE9}"/>
              </a:ext>
            </a:extLst>
          </p:cNvPr>
          <p:cNvSpPr txBox="1"/>
          <p:nvPr/>
        </p:nvSpPr>
        <p:spPr>
          <a:xfrm>
            <a:off x="3255818" y="1600200"/>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latin typeface="Aptos"/>
              </a:rPr>
              <a:t>CSD ACADEMY</a:t>
            </a:r>
            <a:endParaRPr lang="en-US"/>
          </a:p>
          <a:p>
            <a:pPr algn="ctr"/>
            <a:endParaRPr lang="en-US"/>
          </a:p>
        </p:txBody>
      </p:sp>
      <p:cxnSp>
        <p:nvCxnSpPr>
          <p:cNvPr id="8" name="Straight Connector 7">
            <a:extLst>
              <a:ext uri="{FF2B5EF4-FFF2-40B4-BE49-F238E27FC236}">
                <a16:creationId xmlns:a16="http://schemas.microsoft.com/office/drawing/2014/main" id="{E860C518-7C72-45CC-CD1C-AB9226E22717}"/>
              </a:ext>
            </a:extLst>
          </p:cNvPr>
          <p:cNvCxnSpPr>
            <a:cxnSpLocks/>
          </p:cNvCxnSpPr>
          <p:nvPr/>
        </p:nvCxnSpPr>
        <p:spPr>
          <a:xfrm>
            <a:off x="1219200" y="1892723"/>
            <a:ext cx="1895089" cy="1385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16C073C-B518-67E1-C2B9-CDB34F47D154}"/>
              </a:ext>
            </a:extLst>
          </p:cNvPr>
          <p:cNvSpPr txBox="1"/>
          <p:nvPr/>
        </p:nvSpPr>
        <p:spPr>
          <a:xfrm>
            <a:off x="7204363" y="3927764"/>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latin typeface="Aptos"/>
              </a:rPr>
              <a:t>Logo CSD ACADEMY</a:t>
            </a:r>
            <a:endParaRPr lang="en-US">
              <a:solidFill>
                <a:srgbClr val="000000"/>
              </a:solidFill>
              <a:latin typeface="Aptos"/>
            </a:endParaRPr>
          </a:p>
          <a:p>
            <a:pPr algn="ctr"/>
            <a:endParaRPr lang="en-US"/>
          </a:p>
        </p:txBody>
      </p:sp>
      <p:cxnSp>
        <p:nvCxnSpPr>
          <p:cNvPr id="11" name="Straight Arrow Connector 10">
            <a:extLst>
              <a:ext uri="{FF2B5EF4-FFF2-40B4-BE49-F238E27FC236}">
                <a16:creationId xmlns:a16="http://schemas.microsoft.com/office/drawing/2014/main" id="{4F931587-5E5A-AA60-0EF0-5D5F48C8D9BA}"/>
              </a:ext>
            </a:extLst>
          </p:cNvPr>
          <p:cNvCxnSpPr>
            <a:cxnSpLocks/>
          </p:cNvCxnSpPr>
          <p:nvPr/>
        </p:nvCxnSpPr>
        <p:spPr>
          <a:xfrm flipV="1">
            <a:off x="8868631" y="3402868"/>
            <a:ext cx="221671" cy="57901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4D4B50E8-0A31-A96D-9048-4C8EA5258A16}"/>
              </a:ext>
            </a:extLst>
          </p:cNvPr>
          <p:cNvSpPr txBox="1"/>
          <p:nvPr/>
        </p:nvSpPr>
        <p:spPr>
          <a:xfrm>
            <a:off x="457200" y="4565073"/>
            <a:ext cx="1131916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CSD Academy</a:t>
            </a:r>
            <a:r>
              <a:rPr lang="en-US">
                <a:ea typeface="+mn-lt"/>
                <a:cs typeface="+mn-lt"/>
              </a:rPr>
              <a:t>, a professional training division of CADSQUAD Vietnam, is dedicated to developing the next generation of engineers and digital creators. Specializing in CAD design, engineering software, and digital skills training, CSD Academy provides structured, hands-on programs that bridge the gap between theory and real-world application—empowering learners to confidently enter and excel in today’s competitive technical industries.</a:t>
            </a:r>
          </a:p>
        </p:txBody>
      </p:sp>
    </p:spTree>
    <p:extLst>
      <p:ext uri="{BB962C8B-B14F-4D97-AF65-F5344CB8AC3E}">
        <p14:creationId xmlns:p14="http://schemas.microsoft.com/office/powerpoint/2010/main" val="1353659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E956-F725-7C9D-149E-3A6CF0174A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E1F6AD3-CFE3-80E8-F017-884FB5308CA8}"/>
              </a:ext>
            </a:extLst>
          </p:cNvPr>
          <p:cNvSpPr txBox="1"/>
          <p:nvPr/>
        </p:nvSpPr>
        <p:spPr>
          <a:xfrm>
            <a:off x="66289" y="-20218"/>
            <a:ext cx="6096000" cy="523220"/>
          </a:xfrm>
          <a:prstGeom prst="rect">
            <a:avLst/>
          </a:prstGeom>
          <a:noFill/>
        </p:spPr>
        <p:txBody>
          <a:bodyPr wrap="square" lIns="91440" tIns="45720" rIns="91440" bIns="45720" anchor="t">
            <a:spAutoFit/>
          </a:bodyPr>
          <a:lstStyle/>
          <a:p>
            <a:r>
              <a:rPr lang="en-US" sz="2800" b="1">
                <a:solidFill>
                  <a:srgbClr val="FF0000"/>
                </a:solidFill>
              </a:rPr>
              <a:t>ACADEMY</a:t>
            </a:r>
          </a:p>
        </p:txBody>
      </p:sp>
      <p:pic>
        <p:nvPicPr>
          <p:cNvPr id="2" name="Picture 1" descr="A screenshot of a website&#10;&#10;AI-generated content may be incorrect.">
            <a:extLst>
              <a:ext uri="{FF2B5EF4-FFF2-40B4-BE49-F238E27FC236}">
                <a16:creationId xmlns:a16="http://schemas.microsoft.com/office/drawing/2014/main" id="{2911530F-FBAD-15CA-86FE-4346792FB504}"/>
              </a:ext>
            </a:extLst>
          </p:cNvPr>
          <p:cNvPicPr>
            <a:picLocks noChangeAspect="1"/>
          </p:cNvPicPr>
          <p:nvPr/>
        </p:nvPicPr>
        <p:blipFill>
          <a:blip r:embed="rId2"/>
          <a:stretch>
            <a:fillRect/>
          </a:stretch>
        </p:blipFill>
        <p:spPr>
          <a:xfrm>
            <a:off x="62814" y="496454"/>
            <a:ext cx="7563645" cy="6361545"/>
          </a:xfrm>
          <a:prstGeom prst="rect">
            <a:avLst/>
          </a:prstGeom>
        </p:spPr>
      </p:pic>
    </p:spTree>
    <p:extLst>
      <p:ext uri="{BB962C8B-B14F-4D97-AF65-F5344CB8AC3E}">
        <p14:creationId xmlns:p14="http://schemas.microsoft.com/office/powerpoint/2010/main" val="772478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4BA1-8125-FBBD-07D4-F77F88B3BF4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F24D8D-BFBE-4533-AF8A-2E67CA1C1156}"/>
              </a:ext>
            </a:extLst>
          </p:cNvPr>
          <p:cNvSpPr txBox="1"/>
          <p:nvPr/>
        </p:nvSpPr>
        <p:spPr>
          <a:xfrm>
            <a:off x="66289" y="-20218"/>
            <a:ext cx="6096000" cy="954107"/>
          </a:xfrm>
          <a:prstGeom prst="rect">
            <a:avLst/>
          </a:prstGeom>
          <a:noFill/>
        </p:spPr>
        <p:txBody>
          <a:bodyPr wrap="square" lIns="91440" tIns="45720" rIns="91440" bIns="45720" anchor="t">
            <a:spAutoFit/>
          </a:bodyPr>
          <a:lstStyle/>
          <a:p>
            <a:r>
              <a:rPr lang="en-US" sz="2800" b="1">
                <a:solidFill>
                  <a:srgbClr val="FF0000"/>
                </a:solidFill>
              </a:rPr>
              <a:t>AFFILIATE</a:t>
            </a:r>
            <a:endParaRPr lang="en-US" sz="2800" b="1"/>
          </a:p>
          <a:p>
            <a:endParaRPr lang="en-US" sz="2800" b="1">
              <a:solidFill>
                <a:srgbClr val="FF0000"/>
              </a:solidFill>
            </a:endParaRPr>
          </a:p>
        </p:txBody>
      </p:sp>
      <p:sp>
        <p:nvSpPr>
          <p:cNvPr id="2" name="TextBox 1">
            <a:extLst>
              <a:ext uri="{FF2B5EF4-FFF2-40B4-BE49-F238E27FC236}">
                <a16:creationId xmlns:a16="http://schemas.microsoft.com/office/drawing/2014/main" id="{9A0829A1-9151-47C2-1CC4-4BB5A19D8E34}"/>
              </a:ext>
            </a:extLst>
          </p:cNvPr>
          <p:cNvSpPr txBox="1"/>
          <p:nvPr/>
        </p:nvSpPr>
        <p:spPr>
          <a:xfrm>
            <a:off x="230909" y="461818"/>
            <a:ext cx="11014363" cy="219752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mn-lt"/>
                <a:cs typeface="+mn-lt"/>
              </a:rPr>
              <a:t>Bạn</a:t>
            </a:r>
            <a:r>
              <a:rPr lang="en-US">
                <a:ea typeface="+mn-lt"/>
                <a:cs typeface="+mn-lt"/>
              </a:rPr>
              <a:t> </a:t>
            </a:r>
            <a:r>
              <a:rPr lang="en-US" err="1">
                <a:ea typeface="+mn-lt"/>
                <a:cs typeface="+mn-lt"/>
              </a:rPr>
              <a:t>có</a:t>
            </a:r>
            <a:r>
              <a:rPr lang="en-US">
                <a:ea typeface="+mn-lt"/>
                <a:cs typeface="+mn-lt"/>
              </a:rPr>
              <a:t> </a:t>
            </a:r>
            <a:r>
              <a:rPr lang="en-US" err="1">
                <a:ea typeface="+mn-lt"/>
                <a:cs typeface="+mn-lt"/>
              </a:rPr>
              <a:t>khách</a:t>
            </a:r>
            <a:r>
              <a:rPr lang="en-US">
                <a:ea typeface="+mn-lt"/>
                <a:cs typeface="+mn-lt"/>
              </a:rPr>
              <a:t> </a:t>
            </a:r>
            <a:r>
              <a:rPr lang="en-US" err="1">
                <a:ea typeface="+mn-lt"/>
                <a:cs typeface="+mn-lt"/>
              </a:rPr>
              <a:t>hàng</a:t>
            </a:r>
            <a:r>
              <a:rPr lang="en-US">
                <a:ea typeface="+mn-lt"/>
                <a:cs typeface="+mn-lt"/>
              </a:rPr>
              <a:t>?</a:t>
            </a:r>
            <a:br>
              <a:rPr lang="en-US">
                <a:ea typeface="+mn-lt"/>
                <a:cs typeface="+mn-lt"/>
              </a:rPr>
            </a:br>
            <a:r>
              <a:rPr lang="en-US">
                <a:ea typeface="+mn-lt"/>
                <a:cs typeface="+mn-lt"/>
              </a:rPr>
              <a:t> </a:t>
            </a:r>
            <a:r>
              <a:rPr lang="en-US" err="1">
                <a:ea typeface="+mn-lt"/>
                <a:cs typeface="+mn-lt"/>
              </a:rPr>
              <a:t>Bạn</a:t>
            </a:r>
            <a:r>
              <a:rPr lang="en-US">
                <a:ea typeface="+mn-lt"/>
                <a:cs typeface="+mn-lt"/>
              </a:rPr>
              <a:t> </a:t>
            </a:r>
            <a:r>
              <a:rPr lang="en-US" err="1">
                <a:ea typeface="+mn-lt"/>
                <a:cs typeface="+mn-lt"/>
              </a:rPr>
              <a:t>có</a:t>
            </a:r>
            <a:r>
              <a:rPr lang="en-US">
                <a:ea typeface="+mn-lt"/>
                <a:cs typeface="+mn-lt"/>
              </a:rPr>
              <a:t> </a:t>
            </a:r>
            <a:r>
              <a:rPr lang="en-US" err="1">
                <a:ea typeface="+mn-lt"/>
                <a:cs typeface="+mn-lt"/>
              </a:rPr>
              <a:t>mối</a:t>
            </a:r>
            <a:r>
              <a:rPr lang="en-US">
                <a:ea typeface="+mn-lt"/>
                <a:cs typeface="+mn-lt"/>
              </a:rPr>
              <a:t> </a:t>
            </a:r>
            <a:r>
              <a:rPr lang="en-US" err="1">
                <a:ea typeface="+mn-lt"/>
                <a:cs typeface="+mn-lt"/>
              </a:rPr>
              <a:t>quan</a:t>
            </a:r>
            <a:r>
              <a:rPr lang="en-US">
                <a:ea typeface="+mn-lt"/>
                <a:cs typeface="+mn-lt"/>
              </a:rPr>
              <a:t> </a:t>
            </a:r>
            <a:r>
              <a:rPr lang="en-US" err="1">
                <a:ea typeface="+mn-lt"/>
                <a:cs typeface="+mn-lt"/>
              </a:rPr>
              <a:t>hệ</a:t>
            </a:r>
            <a:r>
              <a:rPr lang="en-US">
                <a:ea typeface="+mn-lt"/>
                <a:cs typeface="+mn-lt"/>
              </a:rPr>
              <a:t> </a:t>
            </a:r>
            <a:r>
              <a:rPr lang="en-US" err="1">
                <a:ea typeface="+mn-lt"/>
                <a:cs typeface="+mn-lt"/>
              </a:rPr>
              <a:t>trong</a:t>
            </a:r>
            <a:r>
              <a:rPr lang="en-US">
                <a:ea typeface="+mn-lt"/>
                <a:cs typeface="+mn-lt"/>
              </a:rPr>
              <a:t> </a:t>
            </a:r>
            <a:r>
              <a:rPr lang="en-US" err="1">
                <a:ea typeface="+mn-lt"/>
                <a:cs typeface="+mn-lt"/>
              </a:rPr>
              <a:t>ngành</a:t>
            </a:r>
            <a:r>
              <a:rPr lang="en-US">
                <a:ea typeface="+mn-lt"/>
                <a:cs typeface="+mn-lt"/>
              </a:rPr>
              <a:t> </a:t>
            </a:r>
            <a:r>
              <a:rPr lang="en-US" err="1">
                <a:ea typeface="+mn-lt"/>
                <a:cs typeface="+mn-lt"/>
              </a:rPr>
              <a:t>kỹ</a:t>
            </a:r>
            <a:r>
              <a:rPr lang="en-US">
                <a:ea typeface="+mn-lt"/>
                <a:cs typeface="+mn-lt"/>
              </a:rPr>
              <a:t> </a:t>
            </a:r>
            <a:r>
              <a:rPr lang="en-US" err="1">
                <a:ea typeface="+mn-lt"/>
                <a:cs typeface="+mn-lt"/>
              </a:rPr>
              <a:t>thuật</a:t>
            </a:r>
            <a:r>
              <a:rPr lang="en-US">
                <a:ea typeface="+mn-lt"/>
                <a:cs typeface="+mn-lt"/>
              </a:rPr>
              <a:t>, </a:t>
            </a:r>
            <a:r>
              <a:rPr lang="en-US" err="1">
                <a:ea typeface="+mn-lt"/>
                <a:cs typeface="+mn-lt"/>
              </a:rPr>
              <a:t>sản</a:t>
            </a:r>
            <a:r>
              <a:rPr lang="en-US">
                <a:ea typeface="+mn-lt"/>
                <a:cs typeface="+mn-lt"/>
              </a:rPr>
              <a:t> </a:t>
            </a:r>
            <a:r>
              <a:rPr lang="en-US" err="1">
                <a:ea typeface="+mn-lt"/>
                <a:cs typeface="+mn-lt"/>
              </a:rPr>
              <a:t>xuất</a:t>
            </a:r>
            <a:r>
              <a:rPr lang="en-US">
                <a:ea typeface="+mn-lt"/>
                <a:cs typeface="+mn-lt"/>
              </a:rPr>
              <a:t>, digital?</a:t>
            </a:r>
            <a:br>
              <a:rPr lang="en-US">
                <a:ea typeface="+mn-lt"/>
                <a:cs typeface="+mn-lt"/>
              </a:rPr>
            </a:br>
            <a:r>
              <a:rPr lang="en-US">
                <a:ea typeface="+mn-lt"/>
                <a:cs typeface="+mn-lt"/>
              </a:rPr>
              <a:t> </a:t>
            </a:r>
            <a:r>
              <a:rPr lang="en-US" err="1">
                <a:ea typeface="+mn-lt"/>
                <a:cs typeface="+mn-lt"/>
              </a:rPr>
              <a:t>Bạn</a:t>
            </a:r>
            <a:r>
              <a:rPr lang="en-US">
                <a:ea typeface="+mn-lt"/>
                <a:cs typeface="+mn-lt"/>
              </a:rPr>
              <a:t> </a:t>
            </a:r>
            <a:r>
              <a:rPr lang="en-US" err="1">
                <a:ea typeface="+mn-lt"/>
                <a:cs typeface="+mn-lt"/>
              </a:rPr>
              <a:t>muốn</a:t>
            </a:r>
            <a:r>
              <a:rPr lang="en-US">
                <a:ea typeface="+mn-lt"/>
                <a:cs typeface="+mn-lt"/>
              </a:rPr>
              <a:t> </a:t>
            </a:r>
            <a:r>
              <a:rPr lang="en-US" err="1">
                <a:ea typeface="+mn-lt"/>
                <a:cs typeface="+mn-lt"/>
              </a:rPr>
              <a:t>kiếm</a:t>
            </a:r>
            <a:r>
              <a:rPr lang="en-US">
                <a:ea typeface="+mn-lt"/>
                <a:cs typeface="+mn-lt"/>
              </a:rPr>
              <a:t> </a:t>
            </a:r>
            <a:r>
              <a:rPr lang="en-US" err="1">
                <a:ea typeface="+mn-lt"/>
                <a:cs typeface="+mn-lt"/>
              </a:rPr>
              <a:t>thêm</a:t>
            </a:r>
            <a:r>
              <a:rPr lang="en-US">
                <a:ea typeface="+mn-lt"/>
                <a:cs typeface="+mn-lt"/>
              </a:rPr>
              <a:t> </a:t>
            </a:r>
            <a:r>
              <a:rPr lang="en-US" err="1">
                <a:ea typeface="+mn-lt"/>
                <a:cs typeface="+mn-lt"/>
              </a:rPr>
              <a:t>thu</a:t>
            </a:r>
            <a:r>
              <a:rPr lang="en-US">
                <a:ea typeface="+mn-lt"/>
                <a:cs typeface="+mn-lt"/>
              </a:rPr>
              <a:t> </a:t>
            </a:r>
            <a:r>
              <a:rPr lang="en-US" err="1">
                <a:ea typeface="+mn-lt"/>
                <a:cs typeface="+mn-lt"/>
              </a:rPr>
              <a:t>nhập</a:t>
            </a:r>
            <a:r>
              <a:rPr lang="en-US">
                <a:ea typeface="+mn-lt"/>
                <a:cs typeface="+mn-lt"/>
              </a:rPr>
              <a:t> </a:t>
            </a:r>
            <a:r>
              <a:rPr lang="en-US" err="1">
                <a:ea typeface="+mn-lt"/>
                <a:cs typeface="+mn-lt"/>
              </a:rPr>
              <a:t>mà</a:t>
            </a:r>
            <a:r>
              <a:rPr lang="en-US">
                <a:ea typeface="+mn-lt"/>
                <a:cs typeface="+mn-lt"/>
              </a:rPr>
              <a:t> </a:t>
            </a:r>
            <a:r>
              <a:rPr lang="en-US" err="1">
                <a:ea typeface="+mn-lt"/>
                <a:cs typeface="+mn-lt"/>
              </a:rPr>
              <a:t>không</a:t>
            </a:r>
            <a:r>
              <a:rPr lang="en-US">
                <a:ea typeface="+mn-lt"/>
                <a:cs typeface="+mn-lt"/>
              </a:rPr>
              <a:t> </a:t>
            </a:r>
            <a:r>
              <a:rPr lang="en-US" err="1">
                <a:ea typeface="+mn-lt"/>
                <a:cs typeface="+mn-lt"/>
              </a:rPr>
              <a:t>cần</a:t>
            </a:r>
            <a:r>
              <a:rPr lang="en-US">
                <a:ea typeface="+mn-lt"/>
                <a:cs typeface="+mn-lt"/>
              </a:rPr>
              <a:t> </a:t>
            </a:r>
            <a:r>
              <a:rPr lang="en-US" err="1">
                <a:ea typeface="+mn-lt"/>
                <a:cs typeface="+mn-lt"/>
              </a:rPr>
              <a:t>vận</a:t>
            </a:r>
            <a:r>
              <a:rPr lang="en-US">
                <a:ea typeface="+mn-lt"/>
                <a:cs typeface="+mn-lt"/>
              </a:rPr>
              <a:t> </a:t>
            </a:r>
            <a:r>
              <a:rPr lang="en-US" err="1">
                <a:ea typeface="+mn-lt"/>
                <a:cs typeface="+mn-lt"/>
              </a:rPr>
              <a:t>hành</a:t>
            </a:r>
            <a:r>
              <a:rPr lang="en-US">
                <a:ea typeface="+mn-lt"/>
                <a:cs typeface="+mn-lt"/>
              </a:rPr>
              <a:t> </a:t>
            </a:r>
            <a:r>
              <a:rPr lang="en-US" err="1">
                <a:ea typeface="+mn-lt"/>
                <a:cs typeface="+mn-lt"/>
              </a:rPr>
              <a:t>dự</a:t>
            </a:r>
            <a:r>
              <a:rPr lang="en-US">
                <a:ea typeface="+mn-lt"/>
                <a:cs typeface="+mn-lt"/>
              </a:rPr>
              <a:t> </a:t>
            </a:r>
            <a:r>
              <a:rPr lang="en-US" err="1">
                <a:ea typeface="+mn-lt"/>
                <a:cs typeface="+mn-lt"/>
              </a:rPr>
              <a:t>án</a:t>
            </a:r>
            <a:r>
              <a:rPr lang="en-US">
                <a:ea typeface="+mn-lt"/>
                <a:cs typeface="+mn-lt"/>
              </a:rPr>
              <a:t>?</a:t>
            </a:r>
            <a:endParaRPr lang="en-US"/>
          </a:p>
          <a:p>
            <a:r>
              <a:rPr lang="en-US">
                <a:ea typeface="+mn-lt"/>
                <a:cs typeface="+mn-lt"/>
              </a:rPr>
              <a:t>👉 </a:t>
            </a:r>
            <a:r>
              <a:rPr lang="en-US" err="1">
                <a:ea typeface="+mn-lt"/>
                <a:cs typeface="+mn-lt"/>
              </a:rPr>
              <a:t>Chỉ</a:t>
            </a:r>
            <a:r>
              <a:rPr lang="en-US">
                <a:ea typeface="+mn-lt"/>
                <a:cs typeface="+mn-lt"/>
              </a:rPr>
              <a:t> </a:t>
            </a:r>
            <a:r>
              <a:rPr lang="en-US" err="1">
                <a:ea typeface="+mn-lt"/>
                <a:cs typeface="+mn-lt"/>
              </a:rPr>
              <a:t>cần</a:t>
            </a:r>
            <a:r>
              <a:rPr lang="en-US">
                <a:ea typeface="+mn-lt"/>
                <a:cs typeface="+mn-lt"/>
              </a:rPr>
              <a:t> </a:t>
            </a:r>
            <a:r>
              <a:rPr lang="en-US" err="1">
                <a:ea typeface="+mn-lt"/>
                <a:cs typeface="+mn-lt"/>
              </a:rPr>
              <a:t>kết</a:t>
            </a:r>
            <a:r>
              <a:rPr lang="en-US">
                <a:ea typeface="+mn-lt"/>
                <a:cs typeface="+mn-lt"/>
              </a:rPr>
              <a:t> </a:t>
            </a:r>
            <a:r>
              <a:rPr lang="en-US" err="1">
                <a:ea typeface="+mn-lt"/>
                <a:cs typeface="+mn-lt"/>
              </a:rPr>
              <a:t>nối</a:t>
            </a:r>
            <a:r>
              <a:rPr lang="en-US">
                <a:ea typeface="+mn-lt"/>
                <a:cs typeface="+mn-lt"/>
              </a:rPr>
              <a:t> – </a:t>
            </a:r>
            <a:r>
              <a:rPr lang="en-US" err="1">
                <a:ea typeface="+mn-lt"/>
                <a:cs typeface="+mn-lt"/>
              </a:rPr>
              <a:t>chúng</a:t>
            </a:r>
            <a:r>
              <a:rPr lang="en-US">
                <a:ea typeface="+mn-lt"/>
                <a:cs typeface="+mn-lt"/>
              </a:rPr>
              <a:t> </a:t>
            </a:r>
            <a:r>
              <a:rPr lang="en-US" err="1">
                <a:ea typeface="+mn-lt"/>
                <a:cs typeface="+mn-lt"/>
              </a:rPr>
              <a:t>tôi</a:t>
            </a:r>
            <a:r>
              <a:rPr lang="en-US">
                <a:ea typeface="+mn-lt"/>
                <a:cs typeface="+mn-lt"/>
              </a:rPr>
              <a:t> </a:t>
            </a:r>
            <a:r>
              <a:rPr lang="en-US" err="1">
                <a:ea typeface="+mn-lt"/>
                <a:cs typeface="+mn-lt"/>
              </a:rPr>
              <a:t>xử</a:t>
            </a:r>
            <a:r>
              <a:rPr lang="en-US">
                <a:ea typeface="+mn-lt"/>
                <a:cs typeface="+mn-lt"/>
              </a:rPr>
              <a:t> </a:t>
            </a:r>
            <a:r>
              <a:rPr lang="en-US" err="1">
                <a:ea typeface="+mn-lt"/>
                <a:cs typeface="+mn-lt"/>
              </a:rPr>
              <a:t>lý</a:t>
            </a:r>
            <a:r>
              <a:rPr lang="en-US">
                <a:ea typeface="+mn-lt"/>
                <a:cs typeface="+mn-lt"/>
              </a:rPr>
              <a:t> </a:t>
            </a:r>
            <a:r>
              <a:rPr lang="en-US" err="1">
                <a:ea typeface="+mn-lt"/>
                <a:cs typeface="+mn-lt"/>
              </a:rPr>
              <a:t>phần</a:t>
            </a:r>
            <a:r>
              <a:rPr lang="en-US">
                <a:ea typeface="+mn-lt"/>
                <a:cs typeface="+mn-lt"/>
              </a:rPr>
              <a:t> </a:t>
            </a:r>
            <a:r>
              <a:rPr lang="en-US" err="1">
                <a:ea typeface="+mn-lt"/>
                <a:cs typeface="+mn-lt"/>
              </a:rPr>
              <a:t>còn</a:t>
            </a:r>
            <a:r>
              <a:rPr lang="en-US">
                <a:ea typeface="+mn-lt"/>
                <a:cs typeface="+mn-lt"/>
              </a:rPr>
              <a:t> </a:t>
            </a:r>
            <a:r>
              <a:rPr lang="en-US" err="1">
                <a:ea typeface="+mn-lt"/>
                <a:cs typeface="+mn-lt"/>
              </a:rPr>
              <a:t>lại</a:t>
            </a:r>
            <a:r>
              <a:rPr lang="en-US">
                <a:ea typeface="+mn-lt"/>
                <a:cs typeface="+mn-lt"/>
              </a:rPr>
              <a:t>.</a:t>
            </a:r>
            <a:endParaRPr lang="en-US"/>
          </a:p>
          <a:p>
            <a:r>
              <a:rPr lang="en-US">
                <a:ea typeface="+mn-lt"/>
                <a:cs typeface="+mn-lt"/>
              </a:rPr>
              <a:t>CSD Affiliate Sales Program </a:t>
            </a:r>
            <a:r>
              <a:rPr lang="en-US" err="1">
                <a:ea typeface="+mn-lt"/>
                <a:cs typeface="+mn-lt"/>
              </a:rPr>
              <a:t>được</a:t>
            </a:r>
            <a:r>
              <a:rPr lang="en-US">
                <a:ea typeface="+mn-lt"/>
                <a:cs typeface="+mn-lt"/>
              </a:rPr>
              <a:t> </a:t>
            </a:r>
            <a:r>
              <a:rPr lang="en-US" err="1">
                <a:ea typeface="+mn-lt"/>
                <a:cs typeface="+mn-lt"/>
              </a:rPr>
              <a:t>thiết</a:t>
            </a:r>
            <a:r>
              <a:rPr lang="en-US">
                <a:ea typeface="+mn-lt"/>
                <a:cs typeface="+mn-lt"/>
              </a:rPr>
              <a:t> </a:t>
            </a:r>
            <a:r>
              <a:rPr lang="en-US" err="1">
                <a:ea typeface="+mn-lt"/>
                <a:cs typeface="+mn-lt"/>
              </a:rPr>
              <a:t>kế</a:t>
            </a:r>
            <a:r>
              <a:rPr lang="en-US">
                <a:ea typeface="+mn-lt"/>
                <a:cs typeface="+mn-lt"/>
              </a:rPr>
              <a:t> </a:t>
            </a:r>
            <a:r>
              <a:rPr lang="en-US" err="1">
                <a:ea typeface="+mn-lt"/>
                <a:cs typeface="+mn-lt"/>
              </a:rPr>
              <a:t>dành</a:t>
            </a:r>
            <a:r>
              <a:rPr lang="en-US">
                <a:ea typeface="+mn-lt"/>
                <a:cs typeface="+mn-lt"/>
              </a:rPr>
              <a:t> </a:t>
            </a:r>
            <a:r>
              <a:rPr lang="en-US" err="1">
                <a:ea typeface="+mn-lt"/>
                <a:cs typeface="+mn-lt"/>
              </a:rPr>
              <a:t>cho</a:t>
            </a:r>
            <a:r>
              <a:rPr lang="en-US">
                <a:ea typeface="+mn-lt"/>
                <a:cs typeface="+mn-lt"/>
              </a:rPr>
              <a:t> </a:t>
            </a:r>
            <a:r>
              <a:rPr lang="en-US" err="1">
                <a:ea typeface="+mn-lt"/>
                <a:cs typeface="+mn-lt"/>
              </a:rPr>
              <a:t>những</a:t>
            </a:r>
            <a:r>
              <a:rPr lang="en-US">
                <a:ea typeface="+mn-lt"/>
                <a:cs typeface="+mn-lt"/>
              </a:rPr>
              <a:t> </a:t>
            </a:r>
            <a:r>
              <a:rPr lang="en-US" err="1">
                <a:ea typeface="+mn-lt"/>
                <a:cs typeface="+mn-lt"/>
              </a:rPr>
              <a:t>người</a:t>
            </a:r>
            <a:r>
              <a:rPr lang="en-US">
                <a:ea typeface="+mn-lt"/>
                <a:cs typeface="+mn-lt"/>
              </a:rPr>
              <a:t> </a:t>
            </a:r>
            <a:r>
              <a:rPr lang="en-US" err="1">
                <a:ea typeface="+mn-lt"/>
                <a:cs typeface="+mn-lt"/>
              </a:rPr>
              <a:t>muốn</a:t>
            </a:r>
            <a:r>
              <a:rPr lang="en-US">
                <a:ea typeface="+mn-lt"/>
                <a:cs typeface="+mn-lt"/>
              </a:rPr>
              <a:t> </a:t>
            </a:r>
            <a:r>
              <a:rPr lang="en-US" err="1">
                <a:ea typeface="+mn-lt"/>
                <a:cs typeface="+mn-lt"/>
              </a:rPr>
              <a:t>kiếm</a:t>
            </a:r>
            <a:r>
              <a:rPr lang="en-US">
                <a:ea typeface="+mn-lt"/>
                <a:cs typeface="+mn-lt"/>
              </a:rPr>
              <a:t> </a:t>
            </a:r>
            <a:r>
              <a:rPr lang="en-US" err="1">
                <a:ea typeface="+mn-lt"/>
                <a:cs typeface="+mn-lt"/>
              </a:rPr>
              <a:t>thu</a:t>
            </a:r>
            <a:r>
              <a:rPr lang="en-US">
                <a:ea typeface="+mn-lt"/>
                <a:cs typeface="+mn-lt"/>
              </a:rPr>
              <a:t> </a:t>
            </a:r>
            <a:r>
              <a:rPr lang="en-US" err="1">
                <a:ea typeface="+mn-lt"/>
                <a:cs typeface="+mn-lt"/>
              </a:rPr>
              <a:t>nhập</a:t>
            </a:r>
            <a:r>
              <a:rPr lang="en-US">
                <a:ea typeface="+mn-lt"/>
                <a:cs typeface="+mn-lt"/>
              </a:rPr>
              <a:t> </a:t>
            </a:r>
            <a:r>
              <a:rPr lang="en-US" err="1">
                <a:ea typeface="+mn-lt"/>
                <a:cs typeface="+mn-lt"/>
              </a:rPr>
              <a:t>từ</a:t>
            </a:r>
            <a:r>
              <a:rPr lang="en-US">
                <a:ea typeface="+mn-lt"/>
                <a:cs typeface="+mn-lt"/>
              </a:rPr>
              <a:t> </a:t>
            </a:r>
            <a:r>
              <a:rPr lang="en-US" err="1">
                <a:ea typeface="+mn-lt"/>
                <a:cs typeface="+mn-lt"/>
              </a:rPr>
              <a:t>việc</a:t>
            </a:r>
            <a:r>
              <a:rPr lang="en-US">
                <a:ea typeface="+mn-lt"/>
                <a:cs typeface="+mn-lt"/>
              </a:rPr>
              <a:t> </a:t>
            </a:r>
            <a:r>
              <a:rPr lang="en-US" err="1">
                <a:ea typeface="+mn-lt"/>
                <a:cs typeface="+mn-lt"/>
              </a:rPr>
              <a:t>giới</a:t>
            </a:r>
            <a:r>
              <a:rPr lang="en-US">
                <a:ea typeface="+mn-lt"/>
                <a:cs typeface="+mn-lt"/>
              </a:rPr>
              <a:t> </a:t>
            </a:r>
            <a:r>
              <a:rPr lang="en-US" err="1">
                <a:ea typeface="+mn-lt"/>
                <a:cs typeface="+mn-lt"/>
              </a:rPr>
              <a:t>thiệu</a:t>
            </a:r>
            <a:r>
              <a:rPr lang="en-US">
                <a:ea typeface="+mn-lt"/>
                <a:cs typeface="+mn-lt"/>
              </a:rPr>
              <a:t> </a:t>
            </a:r>
            <a:r>
              <a:rPr lang="en-US" err="1">
                <a:ea typeface="+mn-lt"/>
                <a:cs typeface="+mn-lt"/>
              </a:rPr>
              <a:t>khách</a:t>
            </a:r>
            <a:r>
              <a:rPr lang="en-US">
                <a:ea typeface="+mn-lt"/>
                <a:cs typeface="+mn-lt"/>
              </a:rPr>
              <a:t> </a:t>
            </a:r>
            <a:r>
              <a:rPr lang="en-US" err="1">
                <a:ea typeface="+mn-lt"/>
                <a:cs typeface="+mn-lt"/>
              </a:rPr>
              <a:t>hàng</a:t>
            </a:r>
            <a:r>
              <a:rPr lang="en-US">
                <a:ea typeface="+mn-lt"/>
                <a:cs typeface="+mn-lt"/>
              </a:rPr>
              <a:t> </a:t>
            </a:r>
            <a:r>
              <a:rPr lang="en-US" err="1">
                <a:ea typeface="+mn-lt"/>
                <a:cs typeface="+mn-lt"/>
              </a:rPr>
              <a:t>cho</a:t>
            </a:r>
            <a:r>
              <a:rPr lang="en-US">
                <a:ea typeface="+mn-lt"/>
                <a:cs typeface="+mn-lt"/>
              </a:rPr>
              <a:t>:</a:t>
            </a:r>
            <a:endParaRPr lang="en-US"/>
          </a:p>
          <a:p>
            <a:pPr marL="285750" indent="-285750">
              <a:buFont typeface="Arial"/>
              <a:buChar char="•"/>
            </a:pPr>
            <a:r>
              <a:rPr lang="en-US">
                <a:ea typeface="+mn-lt"/>
                <a:cs typeface="+mn-lt"/>
              </a:rPr>
              <a:t>CAD Engineering Services</a:t>
            </a:r>
            <a:endParaRPr lang="en-US"/>
          </a:p>
          <a:p>
            <a:pPr marL="285750" indent="-285750">
              <a:buFont typeface="Arial"/>
              <a:buChar char="•"/>
            </a:pPr>
            <a:r>
              <a:rPr lang="en-US">
                <a:ea typeface="+mn-lt"/>
                <a:cs typeface="+mn-lt"/>
              </a:rPr>
              <a:t>CSD Academy Courses</a:t>
            </a:r>
            <a:endParaRPr lang="en-US"/>
          </a:p>
          <a:p>
            <a:pPr marL="285750" indent="-285750">
              <a:buFont typeface="Arial"/>
              <a:buChar char="•"/>
            </a:pPr>
            <a:r>
              <a:rPr lang="en-US">
                <a:ea typeface="+mn-lt"/>
                <a:cs typeface="+mn-lt"/>
              </a:rPr>
              <a:t>CSD Digital Website &amp; Online Solutions</a:t>
            </a:r>
            <a:endParaRPr lang="en-US"/>
          </a:p>
          <a:p>
            <a:r>
              <a:rPr lang="en-US" err="1">
                <a:ea typeface="+mn-lt"/>
                <a:cs typeface="+mn-lt"/>
              </a:rPr>
              <a:t>Bạn</a:t>
            </a:r>
            <a:r>
              <a:rPr lang="en-US">
                <a:ea typeface="+mn-lt"/>
                <a:cs typeface="+mn-lt"/>
              </a:rPr>
              <a:t> </a:t>
            </a:r>
            <a:r>
              <a:rPr lang="en-US" err="1">
                <a:ea typeface="+mn-lt"/>
                <a:cs typeface="+mn-lt"/>
              </a:rPr>
              <a:t>mang</a:t>
            </a:r>
            <a:r>
              <a:rPr lang="en-US">
                <a:ea typeface="+mn-lt"/>
                <a:cs typeface="+mn-lt"/>
              </a:rPr>
              <a:t> </a:t>
            </a:r>
            <a:r>
              <a:rPr lang="en-US" err="1">
                <a:ea typeface="+mn-lt"/>
                <a:cs typeface="+mn-lt"/>
              </a:rPr>
              <a:t>khách</a:t>
            </a:r>
            <a:r>
              <a:rPr lang="en-US">
                <a:ea typeface="+mn-lt"/>
                <a:cs typeface="+mn-lt"/>
              </a:rPr>
              <a:t> </a:t>
            </a:r>
            <a:r>
              <a:rPr lang="en-US" err="1">
                <a:ea typeface="+mn-lt"/>
                <a:cs typeface="+mn-lt"/>
              </a:rPr>
              <a:t>hàng</a:t>
            </a:r>
            <a:r>
              <a:rPr lang="en-US">
                <a:ea typeface="+mn-lt"/>
                <a:cs typeface="+mn-lt"/>
              </a:rPr>
              <a:t> </a:t>
            </a:r>
            <a:r>
              <a:rPr lang="en-US" err="1">
                <a:ea typeface="+mn-lt"/>
                <a:cs typeface="+mn-lt"/>
              </a:rPr>
              <a:t>đến</a:t>
            </a:r>
            <a:r>
              <a:rPr lang="en-US">
                <a:ea typeface="+mn-lt"/>
                <a:cs typeface="+mn-lt"/>
              </a:rPr>
              <a:t>.</a:t>
            </a:r>
            <a:br>
              <a:rPr lang="en-US">
                <a:ea typeface="+mn-lt"/>
                <a:cs typeface="+mn-lt"/>
              </a:rPr>
            </a:br>
            <a:r>
              <a:rPr lang="en-US">
                <a:ea typeface="+mn-lt"/>
                <a:cs typeface="+mn-lt"/>
              </a:rPr>
              <a:t> </a:t>
            </a:r>
            <a:r>
              <a:rPr lang="en-US" err="1">
                <a:ea typeface="+mn-lt"/>
                <a:cs typeface="+mn-lt"/>
              </a:rPr>
              <a:t>Chúng</a:t>
            </a:r>
            <a:r>
              <a:rPr lang="en-US">
                <a:ea typeface="+mn-lt"/>
                <a:cs typeface="+mn-lt"/>
              </a:rPr>
              <a:t> </a:t>
            </a:r>
            <a:r>
              <a:rPr lang="en-US" err="1">
                <a:ea typeface="+mn-lt"/>
                <a:cs typeface="+mn-lt"/>
              </a:rPr>
              <a:t>tôi</a:t>
            </a:r>
            <a:r>
              <a:rPr lang="en-US">
                <a:ea typeface="+mn-lt"/>
                <a:cs typeface="+mn-lt"/>
              </a:rPr>
              <a:t> </a:t>
            </a:r>
            <a:r>
              <a:rPr lang="en-US" err="1">
                <a:ea typeface="+mn-lt"/>
                <a:cs typeface="+mn-lt"/>
              </a:rPr>
              <a:t>triển</a:t>
            </a:r>
            <a:r>
              <a:rPr lang="en-US">
                <a:ea typeface="+mn-lt"/>
                <a:cs typeface="+mn-lt"/>
              </a:rPr>
              <a:t> </a:t>
            </a:r>
            <a:r>
              <a:rPr lang="en-US" err="1">
                <a:ea typeface="+mn-lt"/>
                <a:cs typeface="+mn-lt"/>
              </a:rPr>
              <a:t>khai</a:t>
            </a:r>
            <a:r>
              <a:rPr lang="en-US">
                <a:ea typeface="+mn-lt"/>
                <a:cs typeface="+mn-lt"/>
              </a:rPr>
              <a:t> </a:t>
            </a:r>
            <a:r>
              <a:rPr lang="en-US" err="1">
                <a:ea typeface="+mn-lt"/>
                <a:cs typeface="+mn-lt"/>
              </a:rPr>
              <a:t>chuyên</a:t>
            </a:r>
            <a:r>
              <a:rPr lang="en-US">
                <a:ea typeface="+mn-lt"/>
                <a:cs typeface="+mn-lt"/>
              </a:rPr>
              <a:t> </a:t>
            </a:r>
            <a:r>
              <a:rPr lang="en-US" err="1">
                <a:ea typeface="+mn-lt"/>
                <a:cs typeface="+mn-lt"/>
              </a:rPr>
              <a:t>nghiệp</a:t>
            </a:r>
            <a:r>
              <a:rPr lang="en-US">
                <a:ea typeface="+mn-lt"/>
                <a:cs typeface="+mn-lt"/>
              </a:rPr>
              <a:t>.</a:t>
            </a:r>
            <a:br>
              <a:rPr lang="en-US">
                <a:ea typeface="+mn-lt"/>
                <a:cs typeface="+mn-lt"/>
              </a:rPr>
            </a:br>
            <a:r>
              <a:rPr lang="en-US">
                <a:ea typeface="+mn-lt"/>
                <a:cs typeface="+mn-lt"/>
              </a:rPr>
              <a:t> </a:t>
            </a:r>
            <a:r>
              <a:rPr lang="en-US" err="1">
                <a:ea typeface="+mn-lt"/>
                <a:cs typeface="+mn-lt"/>
              </a:rPr>
              <a:t>Bạn</a:t>
            </a:r>
            <a:r>
              <a:rPr lang="en-US">
                <a:ea typeface="+mn-lt"/>
                <a:cs typeface="+mn-lt"/>
              </a:rPr>
              <a:t> </a:t>
            </a:r>
            <a:r>
              <a:rPr lang="en-US" err="1">
                <a:ea typeface="+mn-lt"/>
                <a:cs typeface="+mn-lt"/>
              </a:rPr>
              <a:t>nhận</a:t>
            </a:r>
            <a:r>
              <a:rPr lang="en-US">
                <a:ea typeface="+mn-lt"/>
                <a:cs typeface="+mn-lt"/>
              </a:rPr>
              <a:t> </a:t>
            </a:r>
            <a:r>
              <a:rPr lang="en-US" err="1">
                <a:ea typeface="+mn-lt"/>
                <a:cs typeface="+mn-lt"/>
              </a:rPr>
              <a:t>hoa</a:t>
            </a:r>
            <a:r>
              <a:rPr lang="en-US">
                <a:ea typeface="+mn-lt"/>
                <a:cs typeface="+mn-lt"/>
              </a:rPr>
              <a:t> </a:t>
            </a:r>
            <a:r>
              <a:rPr lang="en-US" err="1">
                <a:ea typeface="+mn-lt"/>
                <a:cs typeface="+mn-lt"/>
              </a:rPr>
              <a:t>hồng</a:t>
            </a:r>
            <a:r>
              <a:rPr lang="en-US">
                <a:ea typeface="+mn-lt"/>
                <a:cs typeface="+mn-lt"/>
              </a:rPr>
              <a:t> </a:t>
            </a:r>
            <a:r>
              <a:rPr lang="en-US" err="1">
                <a:ea typeface="+mn-lt"/>
                <a:cs typeface="+mn-lt"/>
              </a:rPr>
              <a:t>xứng</a:t>
            </a:r>
            <a:r>
              <a:rPr lang="en-US">
                <a:ea typeface="+mn-lt"/>
                <a:cs typeface="+mn-lt"/>
              </a:rPr>
              <a:t> </a:t>
            </a:r>
            <a:r>
              <a:rPr lang="en-US" err="1">
                <a:ea typeface="+mn-lt"/>
                <a:cs typeface="+mn-lt"/>
              </a:rPr>
              <a:t>đáng</a:t>
            </a:r>
            <a:r>
              <a:rPr lang="en-US">
                <a:ea typeface="+mn-lt"/>
                <a:cs typeface="+mn-lt"/>
              </a:rPr>
              <a:t>.</a:t>
            </a:r>
            <a:endParaRPr lang="en-US"/>
          </a:p>
          <a:p>
            <a:br>
              <a:rPr lang="en-US"/>
            </a:br>
            <a:endParaRPr lang="en-US"/>
          </a:p>
          <a:p>
            <a:r>
              <a:rPr lang="en-US"/>
              <a:t>💼 Cách </a:t>
            </a:r>
            <a:r>
              <a:rPr lang="en-US" err="1"/>
              <a:t>Thức</a:t>
            </a:r>
            <a:r>
              <a:rPr lang="en-US"/>
              <a:t> </a:t>
            </a:r>
            <a:r>
              <a:rPr lang="en-US" err="1"/>
              <a:t>Hoạt</a:t>
            </a:r>
            <a:r>
              <a:rPr lang="en-US"/>
              <a:t> </a:t>
            </a:r>
            <a:r>
              <a:rPr lang="en-US" err="1"/>
              <a:t>Động</a:t>
            </a:r>
          </a:p>
          <a:p>
            <a:r>
              <a:rPr lang="en-US"/>
              <a:t>🔹 </a:t>
            </a:r>
            <a:r>
              <a:rPr lang="en-US" err="1"/>
              <a:t>Bước</a:t>
            </a:r>
            <a:r>
              <a:rPr lang="en-US"/>
              <a:t> 1 – </a:t>
            </a:r>
            <a:r>
              <a:rPr lang="en-US" err="1"/>
              <a:t>Bạn</a:t>
            </a:r>
            <a:r>
              <a:rPr lang="en-US"/>
              <a:t> </a:t>
            </a:r>
            <a:r>
              <a:rPr lang="en-US" err="1"/>
              <a:t>Có</a:t>
            </a:r>
            <a:r>
              <a:rPr lang="en-US"/>
              <a:t> </a:t>
            </a:r>
            <a:r>
              <a:rPr lang="en-US" err="1"/>
              <a:t>Khách</a:t>
            </a:r>
            <a:r>
              <a:rPr lang="en-US"/>
              <a:t> </a:t>
            </a:r>
            <a:r>
              <a:rPr lang="en-US" err="1"/>
              <a:t>Hàng</a:t>
            </a:r>
          </a:p>
          <a:p>
            <a:r>
              <a:rPr lang="en-US" err="1">
                <a:ea typeface="+mn-lt"/>
                <a:cs typeface="+mn-lt"/>
              </a:rPr>
              <a:t>Bạn</a:t>
            </a:r>
            <a:r>
              <a:rPr lang="en-US">
                <a:ea typeface="+mn-lt"/>
                <a:cs typeface="+mn-lt"/>
              </a:rPr>
              <a:t> </a:t>
            </a:r>
            <a:r>
              <a:rPr lang="en-US" err="1">
                <a:ea typeface="+mn-lt"/>
                <a:cs typeface="+mn-lt"/>
              </a:rPr>
              <a:t>chuẩn</a:t>
            </a:r>
            <a:r>
              <a:rPr lang="en-US">
                <a:ea typeface="+mn-lt"/>
                <a:cs typeface="+mn-lt"/>
              </a:rPr>
              <a:t> </a:t>
            </a:r>
            <a:r>
              <a:rPr lang="en-US" err="1">
                <a:ea typeface="+mn-lt"/>
                <a:cs typeface="+mn-lt"/>
              </a:rPr>
              <a:t>bị</a:t>
            </a:r>
            <a:r>
              <a:rPr lang="en-US">
                <a:ea typeface="+mn-lt"/>
                <a:cs typeface="+mn-lt"/>
              </a:rPr>
              <a:t> </a:t>
            </a:r>
            <a:r>
              <a:rPr lang="en-US" err="1">
                <a:ea typeface="+mn-lt"/>
                <a:cs typeface="+mn-lt"/>
              </a:rPr>
              <a:t>thông</a:t>
            </a:r>
            <a:r>
              <a:rPr lang="en-US">
                <a:ea typeface="+mn-lt"/>
                <a:cs typeface="+mn-lt"/>
              </a:rPr>
              <a:t> tin </a:t>
            </a:r>
            <a:r>
              <a:rPr lang="en-US" err="1">
                <a:ea typeface="+mn-lt"/>
                <a:cs typeface="+mn-lt"/>
              </a:rPr>
              <a:t>khách</a:t>
            </a:r>
            <a:r>
              <a:rPr lang="en-US">
                <a:ea typeface="+mn-lt"/>
                <a:cs typeface="+mn-lt"/>
              </a:rPr>
              <a:t> </a:t>
            </a:r>
            <a:r>
              <a:rPr lang="en-US" err="1">
                <a:ea typeface="+mn-lt"/>
                <a:cs typeface="+mn-lt"/>
              </a:rPr>
              <a:t>hàng</a:t>
            </a:r>
            <a:r>
              <a:rPr lang="en-US">
                <a:ea typeface="+mn-lt"/>
                <a:cs typeface="+mn-lt"/>
              </a:rPr>
              <a:t> </a:t>
            </a:r>
            <a:r>
              <a:rPr lang="en-US" err="1">
                <a:ea typeface="+mn-lt"/>
                <a:cs typeface="+mn-lt"/>
              </a:rPr>
              <a:t>tiềm</a:t>
            </a:r>
            <a:r>
              <a:rPr lang="en-US">
                <a:ea typeface="+mn-lt"/>
                <a:cs typeface="+mn-lt"/>
              </a:rPr>
              <a:t> </a:t>
            </a:r>
            <a:r>
              <a:rPr lang="en-US" err="1">
                <a:ea typeface="+mn-lt"/>
                <a:cs typeface="+mn-lt"/>
              </a:rPr>
              <a:t>năng</a:t>
            </a:r>
            <a:r>
              <a:rPr lang="en-US">
                <a:ea typeface="+mn-lt"/>
                <a:cs typeface="+mn-lt"/>
              </a:rPr>
              <a:t> </a:t>
            </a:r>
            <a:r>
              <a:rPr lang="en-US" err="1">
                <a:ea typeface="+mn-lt"/>
                <a:cs typeface="+mn-lt"/>
              </a:rPr>
              <a:t>hoặc</a:t>
            </a:r>
            <a:r>
              <a:rPr lang="en-US">
                <a:ea typeface="+mn-lt"/>
                <a:cs typeface="+mn-lt"/>
              </a:rPr>
              <a:t> </a:t>
            </a:r>
            <a:r>
              <a:rPr lang="en-US" err="1">
                <a:ea typeface="+mn-lt"/>
                <a:cs typeface="+mn-lt"/>
              </a:rPr>
              <a:t>có</a:t>
            </a:r>
            <a:r>
              <a:rPr lang="en-US">
                <a:ea typeface="+mn-lt"/>
                <a:cs typeface="+mn-lt"/>
              </a:rPr>
              <a:t> </a:t>
            </a:r>
            <a:r>
              <a:rPr lang="en-US" err="1">
                <a:ea typeface="+mn-lt"/>
                <a:cs typeface="+mn-lt"/>
              </a:rPr>
              <a:t>nhu</a:t>
            </a:r>
            <a:r>
              <a:rPr lang="en-US">
                <a:ea typeface="+mn-lt"/>
                <a:cs typeface="+mn-lt"/>
              </a:rPr>
              <a:t> </a:t>
            </a:r>
            <a:r>
              <a:rPr lang="en-US" err="1">
                <a:ea typeface="+mn-lt"/>
                <a:cs typeface="+mn-lt"/>
              </a:rPr>
              <a:t>cầu</a:t>
            </a:r>
            <a:r>
              <a:rPr lang="en-US">
                <a:ea typeface="+mn-lt"/>
                <a:cs typeface="+mn-lt"/>
              </a:rPr>
              <a:t> </a:t>
            </a:r>
            <a:r>
              <a:rPr lang="en-US" err="1">
                <a:ea typeface="+mn-lt"/>
                <a:cs typeface="+mn-lt"/>
              </a:rPr>
              <a:t>thực</a:t>
            </a:r>
            <a:r>
              <a:rPr lang="en-US">
                <a:ea typeface="+mn-lt"/>
                <a:cs typeface="+mn-lt"/>
              </a:rPr>
              <a:t> </a:t>
            </a:r>
            <a:r>
              <a:rPr lang="en-US" err="1">
                <a:ea typeface="+mn-lt"/>
                <a:cs typeface="+mn-lt"/>
              </a:rPr>
              <a:t>tế</a:t>
            </a:r>
            <a:r>
              <a:rPr lang="en-US">
                <a:ea typeface="+mn-lt"/>
                <a:cs typeface="+mn-lt"/>
              </a:rPr>
              <a:t>.</a:t>
            </a:r>
            <a:endParaRPr lang="en-US"/>
          </a:p>
          <a:p>
            <a:r>
              <a:rPr lang="en-US"/>
              <a:t>🔹 </a:t>
            </a:r>
            <a:r>
              <a:rPr lang="en-US" err="1"/>
              <a:t>Bước</a:t>
            </a:r>
            <a:r>
              <a:rPr lang="en-US"/>
              <a:t> 2 – </a:t>
            </a:r>
            <a:r>
              <a:rPr lang="en-US" err="1"/>
              <a:t>Gửi</a:t>
            </a:r>
            <a:r>
              <a:rPr lang="en-US"/>
              <a:t> Thông Tin Qua Form</a:t>
            </a:r>
          </a:p>
          <a:p>
            <a:r>
              <a:rPr lang="en-US" err="1">
                <a:ea typeface="+mn-lt"/>
                <a:cs typeface="+mn-lt"/>
              </a:rPr>
              <a:t>Truy</a:t>
            </a:r>
            <a:r>
              <a:rPr lang="en-US">
                <a:ea typeface="+mn-lt"/>
                <a:cs typeface="+mn-lt"/>
              </a:rPr>
              <a:t> </a:t>
            </a:r>
            <a:r>
              <a:rPr lang="en-US" err="1">
                <a:ea typeface="+mn-lt"/>
                <a:cs typeface="+mn-lt"/>
              </a:rPr>
              <a:t>cập</a:t>
            </a:r>
            <a:r>
              <a:rPr lang="en-US">
                <a:ea typeface="+mn-lt"/>
                <a:cs typeface="+mn-lt"/>
              </a:rPr>
              <a:t> </a:t>
            </a:r>
            <a:r>
              <a:rPr lang="en-US" err="1">
                <a:ea typeface="+mn-lt"/>
                <a:cs typeface="+mn-lt"/>
              </a:rPr>
              <a:t>trang</a:t>
            </a:r>
            <a:r>
              <a:rPr lang="en-US">
                <a:ea typeface="+mn-lt"/>
                <a:cs typeface="+mn-lt"/>
              </a:rPr>
              <a:t> </a:t>
            </a:r>
            <a:r>
              <a:rPr lang="en-US" b="1">
                <a:ea typeface="+mn-lt"/>
                <a:cs typeface="+mn-lt"/>
              </a:rPr>
              <a:t>Affiliate Sales</a:t>
            </a:r>
            <a:r>
              <a:rPr lang="en-US">
                <a:ea typeface="+mn-lt"/>
                <a:cs typeface="+mn-lt"/>
              </a:rPr>
              <a:t> </a:t>
            </a:r>
            <a:r>
              <a:rPr lang="en-US" err="1">
                <a:ea typeface="+mn-lt"/>
                <a:cs typeface="+mn-lt"/>
              </a:rPr>
              <a:t>và</a:t>
            </a:r>
            <a:r>
              <a:rPr lang="en-US">
                <a:ea typeface="+mn-lt"/>
                <a:cs typeface="+mn-lt"/>
              </a:rPr>
              <a:t> </a:t>
            </a:r>
            <a:r>
              <a:rPr lang="en-US" err="1">
                <a:ea typeface="+mn-lt"/>
                <a:cs typeface="+mn-lt"/>
              </a:rPr>
              <a:t>điền</a:t>
            </a:r>
            <a:r>
              <a:rPr lang="en-US">
                <a:ea typeface="+mn-lt"/>
                <a:cs typeface="+mn-lt"/>
              </a:rPr>
              <a:t> form </a:t>
            </a:r>
            <a:r>
              <a:rPr lang="en-US" err="1">
                <a:ea typeface="+mn-lt"/>
                <a:cs typeface="+mn-lt"/>
              </a:rPr>
              <a:t>giới</a:t>
            </a:r>
            <a:r>
              <a:rPr lang="en-US">
                <a:ea typeface="+mn-lt"/>
                <a:cs typeface="+mn-lt"/>
              </a:rPr>
              <a:t> </a:t>
            </a:r>
            <a:r>
              <a:rPr lang="en-US" err="1">
                <a:ea typeface="+mn-lt"/>
                <a:cs typeface="+mn-lt"/>
              </a:rPr>
              <a:t>thiệu</a:t>
            </a:r>
            <a:r>
              <a:rPr lang="en-US">
                <a:ea typeface="+mn-lt"/>
                <a:cs typeface="+mn-lt"/>
              </a:rPr>
              <a:t> </a:t>
            </a:r>
            <a:r>
              <a:rPr lang="en-US" err="1">
                <a:ea typeface="+mn-lt"/>
                <a:cs typeface="+mn-lt"/>
              </a:rPr>
              <a:t>khách</a:t>
            </a:r>
            <a:r>
              <a:rPr lang="en-US">
                <a:ea typeface="+mn-lt"/>
                <a:cs typeface="+mn-lt"/>
              </a:rPr>
              <a:t> </a:t>
            </a:r>
            <a:r>
              <a:rPr lang="en-US" err="1">
                <a:ea typeface="+mn-lt"/>
                <a:cs typeface="+mn-lt"/>
              </a:rPr>
              <a:t>hàng</a:t>
            </a:r>
            <a:r>
              <a:rPr lang="en-US">
                <a:ea typeface="+mn-lt"/>
                <a:cs typeface="+mn-lt"/>
              </a:rPr>
              <a:t>.</a:t>
            </a:r>
            <a:endParaRPr lang="en-US"/>
          </a:p>
          <a:p>
            <a:r>
              <a:rPr lang="en-US" err="1">
                <a:ea typeface="+mn-lt"/>
                <a:cs typeface="+mn-lt"/>
              </a:rPr>
              <a:t>Hệ</a:t>
            </a:r>
            <a:r>
              <a:rPr lang="en-US">
                <a:ea typeface="+mn-lt"/>
                <a:cs typeface="+mn-lt"/>
              </a:rPr>
              <a:t> </a:t>
            </a:r>
            <a:r>
              <a:rPr lang="en-US" err="1">
                <a:ea typeface="+mn-lt"/>
                <a:cs typeface="+mn-lt"/>
              </a:rPr>
              <a:t>thống</a:t>
            </a:r>
            <a:r>
              <a:rPr lang="en-US">
                <a:ea typeface="+mn-lt"/>
                <a:cs typeface="+mn-lt"/>
              </a:rPr>
              <a:t> </a:t>
            </a:r>
            <a:r>
              <a:rPr lang="en-US" err="1">
                <a:ea typeface="+mn-lt"/>
                <a:cs typeface="+mn-lt"/>
              </a:rPr>
              <a:t>sẽ</a:t>
            </a:r>
            <a:r>
              <a:rPr lang="en-US">
                <a:ea typeface="+mn-lt"/>
                <a:cs typeface="+mn-lt"/>
              </a:rPr>
              <a:t> </a:t>
            </a:r>
            <a:r>
              <a:rPr lang="en-US" err="1">
                <a:ea typeface="+mn-lt"/>
                <a:cs typeface="+mn-lt"/>
              </a:rPr>
              <a:t>tự</a:t>
            </a:r>
            <a:r>
              <a:rPr lang="en-US">
                <a:ea typeface="+mn-lt"/>
                <a:cs typeface="+mn-lt"/>
              </a:rPr>
              <a:t> </a:t>
            </a:r>
            <a:r>
              <a:rPr lang="en-US" err="1">
                <a:ea typeface="+mn-lt"/>
                <a:cs typeface="+mn-lt"/>
              </a:rPr>
              <a:t>động</a:t>
            </a:r>
            <a:r>
              <a:rPr lang="en-US">
                <a:ea typeface="+mn-lt"/>
                <a:cs typeface="+mn-lt"/>
              </a:rPr>
              <a:t> </a:t>
            </a:r>
            <a:r>
              <a:rPr lang="en-US" err="1">
                <a:ea typeface="+mn-lt"/>
                <a:cs typeface="+mn-lt"/>
              </a:rPr>
              <a:t>gửi</a:t>
            </a:r>
            <a:r>
              <a:rPr lang="en-US">
                <a:ea typeface="+mn-lt"/>
                <a:cs typeface="+mn-lt"/>
              </a:rPr>
              <a:t> </a:t>
            </a:r>
            <a:r>
              <a:rPr lang="en-US" err="1">
                <a:ea typeface="+mn-lt"/>
                <a:cs typeface="+mn-lt"/>
              </a:rPr>
              <a:t>về</a:t>
            </a:r>
            <a:r>
              <a:rPr lang="en-US">
                <a:ea typeface="+mn-lt"/>
                <a:cs typeface="+mn-lt"/>
              </a:rPr>
              <a:t> email </a:t>
            </a:r>
            <a:r>
              <a:rPr lang="en-US" err="1">
                <a:ea typeface="+mn-lt"/>
                <a:cs typeface="+mn-lt"/>
              </a:rPr>
              <a:t>công</a:t>
            </a:r>
            <a:r>
              <a:rPr lang="en-US">
                <a:ea typeface="+mn-lt"/>
                <a:cs typeface="+mn-lt"/>
              </a:rPr>
              <a:t> ty.</a:t>
            </a:r>
          </a:p>
          <a:p>
            <a:r>
              <a:rPr lang="en-US"/>
              <a:t>🔹 </a:t>
            </a:r>
            <a:r>
              <a:rPr lang="en-US" err="1"/>
              <a:t>Bước</a:t>
            </a:r>
            <a:r>
              <a:rPr lang="en-US"/>
              <a:t> 3 – </a:t>
            </a:r>
            <a:r>
              <a:rPr lang="en-US" err="1"/>
              <a:t>Đội</a:t>
            </a:r>
            <a:r>
              <a:rPr lang="en-US"/>
              <a:t> </a:t>
            </a:r>
            <a:r>
              <a:rPr lang="en-US" err="1"/>
              <a:t>Ngũ</a:t>
            </a:r>
            <a:r>
              <a:rPr lang="en-US"/>
              <a:t> CSD Liên </a:t>
            </a:r>
            <a:r>
              <a:rPr lang="en-US" err="1"/>
              <a:t>Hệ</a:t>
            </a:r>
          </a:p>
          <a:p>
            <a:r>
              <a:rPr lang="en-US" err="1">
                <a:ea typeface="+mn-lt"/>
                <a:cs typeface="+mn-lt"/>
              </a:rPr>
              <a:t>Bộ</a:t>
            </a:r>
            <a:r>
              <a:rPr lang="en-US">
                <a:ea typeface="+mn-lt"/>
                <a:cs typeface="+mn-lt"/>
              </a:rPr>
              <a:t> </a:t>
            </a:r>
            <a:r>
              <a:rPr lang="en-US" err="1">
                <a:ea typeface="+mn-lt"/>
                <a:cs typeface="+mn-lt"/>
              </a:rPr>
              <a:t>phận</a:t>
            </a:r>
            <a:r>
              <a:rPr lang="en-US">
                <a:ea typeface="+mn-lt"/>
                <a:cs typeface="+mn-lt"/>
              </a:rPr>
              <a:t> </a:t>
            </a:r>
            <a:r>
              <a:rPr lang="en-US" err="1">
                <a:ea typeface="+mn-lt"/>
                <a:cs typeface="+mn-lt"/>
              </a:rPr>
              <a:t>tư</a:t>
            </a:r>
            <a:r>
              <a:rPr lang="en-US">
                <a:ea typeface="+mn-lt"/>
                <a:cs typeface="+mn-lt"/>
              </a:rPr>
              <a:t> </a:t>
            </a:r>
            <a:r>
              <a:rPr lang="en-US" err="1">
                <a:ea typeface="+mn-lt"/>
                <a:cs typeface="+mn-lt"/>
              </a:rPr>
              <a:t>vấn</a:t>
            </a:r>
            <a:r>
              <a:rPr lang="en-US">
                <a:ea typeface="+mn-lt"/>
                <a:cs typeface="+mn-lt"/>
              </a:rPr>
              <a:t> </a:t>
            </a:r>
            <a:r>
              <a:rPr lang="en-US" err="1">
                <a:ea typeface="+mn-lt"/>
                <a:cs typeface="+mn-lt"/>
              </a:rPr>
              <a:t>sẽ</a:t>
            </a:r>
            <a:r>
              <a:rPr lang="en-US">
                <a:ea typeface="+mn-lt"/>
                <a:cs typeface="+mn-lt"/>
              </a:rPr>
              <a:t>:</a:t>
            </a:r>
            <a:endParaRPr lang="en-US"/>
          </a:p>
          <a:p>
            <a:pPr marL="285750" indent="-285750">
              <a:buFont typeface="Arial"/>
              <a:buChar char="•"/>
            </a:pPr>
            <a:r>
              <a:rPr lang="en-US">
                <a:ea typeface="+mn-lt"/>
                <a:cs typeface="+mn-lt"/>
              </a:rPr>
              <a:t>Liên </a:t>
            </a:r>
            <a:r>
              <a:rPr lang="en-US" err="1">
                <a:ea typeface="+mn-lt"/>
                <a:cs typeface="+mn-lt"/>
              </a:rPr>
              <a:t>hệ</a:t>
            </a:r>
            <a:r>
              <a:rPr lang="en-US">
                <a:ea typeface="+mn-lt"/>
                <a:cs typeface="+mn-lt"/>
              </a:rPr>
              <a:t> </a:t>
            </a:r>
            <a:r>
              <a:rPr lang="en-US" err="1">
                <a:ea typeface="+mn-lt"/>
                <a:cs typeface="+mn-lt"/>
              </a:rPr>
              <a:t>trực</a:t>
            </a:r>
            <a:r>
              <a:rPr lang="en-US">
                <a:ea typeface="+mn-lt"/>
                <a:cs typeface="+mn-lt"/>
              </a:rPr>
              <a:t> </a:t>
            </a:r>
            <a:r>
              <a:rPr lang="en-US" err="1">
                <a:ea typeface="+mn-lt"/>
                <a:cs typeface="+mn-lt"/>
              </a:rPr>
              <a:t>tiếp</a:t>
            </a:r>
            <a:r>
              <a:rPr lang="en-US">
                <a:ea typeface="+mn-lt"/>
                <a:cs typeface="+mn-lt"/>
              </a:rPr>
              <a:t> </a:t>
            </a:r>
            <a:r>
              <a:rPr lang="en-US" err="1">
                <a:ea typeface="+mn-lt"/>
                <a:cs typeface="+mn-lt"/>
              </a:rPr>
              <a:t>khách</a:t>
            </a:r>
            <a:r>
              <a:rPr lang="en-US">
                <a:ea typeface="+mn-lt"/>
                <a:cs typeface="+mn-lt"/>
              </a:rPr>
              <a:t> </a:t>
            </a:r>
            <a:r>
              <a:rPr lang="en-US" err="1">
                <a:ea typeface="+mn-lt"/>
                <a:cs typeface="+mn-lt"/>
              </a:rPr>
              <a:t>hàng</a:t>
            </a:r>
            <a:endParaRPr lang="en-US" err="1"/>
          </a:p>
          <a:p>
            <a:pPr marL="285750" indent="-285750">
              <a:buFont typeface="Arial"/>
              <a:buChar char="•"/>
            </a:pPr>
            <a:r>
              <a:rPr lang="en-US" err="1">
                <a:ea typeface="+mn-lt"/>
                <a:cs typeface="+mn-lt"/>
              </a:rPr>
              <a:t>Xác</a:t>
            </a:r>
            <a:r>
              <a:rPr lang="en-US">
                <a:ea typeface="+mn-lt"/>
                <a:cs typeface="+mn-lt"/>
              </a:rPr>
              <a:t> </a:t>
            </a:r>
            <a:r>
              <a:rPr lang="en-US" err="1">
                <a:ea typeface="+mn-lt"/>
                <a:cs typeface="+mn-lt"/>
              </a:rPr>
              <a:t>nhận</a:t>
            </a:r>
            <a:r>
              <a:rPr lang="en-US">
                <a:ea typeface="+mn-lt"/>
                <a:cs typeface="+mn-lt"/>
              </a:rPr>
              <a:t> </a:t>
            </a:r>
            <a:r>
              <a:rPr lang="en-US" err="1">
                <a:ea typeface="+mn-lt"/>
                <a:cs typeface="+mn-lt"/>
              </a:rPr>
              <a:t>nhu</a:t>
            </a:r>
            <a:r>
              <a:rPr lang="en-US">
                <a:ea typeface="+mn-lt"/>
                <a:cs typeface="+mn-lt"/>
              </a:rPr>
              <a:t> </a:t>
            </a:r>
            <a:r>
              <a:rPr lang="en-US" err="1">
                <a:ea typeface="+mn-lt"/>
                <a:cs typeface="+mn-lt"/>
              </a:rPr>
              <a:t>cầu</a:t>
            </a:r>
            <a:endParaRPr lang="en-US" err="1"/>
          </a:p>
          <a:p>
            <a:pPr marL="285750" indent="-285750">
              <a:buFont typeface="Arial"/>
              <a:buChar char="•"/>
            </a:pPr>
            <a:r>
              <a:rPr lang="en-US" err="1">
                <a:ea typeface="+mn-lt"/>
                <a:cs typeface="+mn-lt"/>
              </a:rPr>
              <a:t>Thiết</a:t>
            </a:r>
            <a:r>
              <a:rPr lang="en-US">
                <a:ea typeface="+mn-lt"/>
                <a:cs typeface="+mn-lt"/>
              </a:rPr>
              <a:t> </a:t>
            </a:r>
            <a:r>
              <a:rPr lang="en-US" err="1">
                <a:ea typeface="+mn-lt"/>
                <a:cs typeface="+mn-lt"/>
              </a:rPr>
              <a:t>lập</a:t>
            </a:r>
            <a:r>
              <a:rPr lang="en-US">
                <a:ea typeface="+mn-lt"/>
                <a:cs typeface="+mn-lt"/>
              </a:rPr>
              <a:t> group </a:t>
            </a:r>
            <a:r>
              <a:rPr lang="en-US" err="1">
                <a:ea typeface="+mn-lt"/>
                <a:cs typeface="+mn-lt"/>
              </a:rPr>
              <a:t>trao</a:t>
            </a:r>
            <a:r>
              <a:rPr lang="en-US">
                <a:ea typeface="+mn-lt"/>
                <a:cs typeface="+mn-lt"/>
              </a:rPr>
              <a:t> </a:t>
            </a:r>
            <a:r>
              <a:rPr lang="en-US" err="1">
                <a:ea typeface="+mn-lt"/>
                <a:cs typeface="+mn-lt"/>
              </a:rPr>
              <a:t>đổi</a:t>
            </a:r>
            <a:r>
              <a:rPr lang="en-US">
                <a:ea typeface="+mn-lt"/>
                <a:cs typeface="+mn-lt"/>
              </a:rPr>
              <a:t> (</a:t>
            </a:r>
            <a:r>
              <a:rPr lang="en-US" err="1">
                <a:ea typeface="+mn-lt"/>
                <a:cs typeface="+mn-lt"/>
              </a:rPr>
              <a:t>khách</a:t>
            </a:r>
            <a:r>
              <a:rPr lang="en-US">
                <a:ea typeface="+mn-lt"/>
                <a:cs typeface="+mn-lt"/>
              </a:rPr>
              <a:t> + </a:t>
            </a:r>
            <a:r>
              <a:rPr lang="en-US" err="1">
                <a:ea typeface="+mn-lt"/>
                <a:cs typeface="+mn-lt"/>
              </a:rPr>
              <a:t>saler</a:t>
            </a:r>
            <a:r>
              <a:rPr lang="en-US">
                <a:ea typeface="+mn-lt"/>
                <a:cs typeface="+mn-lt"/>
              </a:rPr>
              <a:t> + </a:t>
            </a:r>
            <a:r>
              <a:rPr lang="en-US" err="1">
                <a:ea typeface="+mn-lt"/>
                <a:cs typeface="+mn-lt"/>
              </a:rPr>
              <a:t>công</a:t>
            </a:r>
            <a:r>
              <a:rPr lang="en-US">
                <a:ea typeface="+mn-lt"/>
                <a:cs typeface="+mn-lt"/>
              </a:rPr>
              <a:t> ty)</a:t>
            </a:r>
            <a:endParaRPr lang="en-US"/>
          </a:p>
          <a:p>
            <a:r>
              <a:rPr lang="en-US" err="1">
                <a:ea typeface="+mn-lt"/>
                <a:cs typeface="+mn-lt"/>
              </a:rPr>
              <a:t>Bạn</a:t>
            </a:r>
            <a:r>
              <a:rPr lang="en-US">
                <a:ea typeface="+mn-lt"/>
                <a:cs typeface="+mn-lt"/>
              </a:rPr>
              <a:t> </a:t>
            </a:r>
            <a:r>
              <a:rPr lang="en-US" err="1">
                <a:ea typeface="+mn-lt"/>
                <a:cs typeface="+mn-lt"/>
              </a:rPr>
              <a:t>luôn</a:t>
            </a:r>
            <a:r>
              <a:rPr lang="en-US">
                <a:ea typeface="+mn-lt"/>
                <a:cs typeface="+mn-lt"/>
              </a:rPr>
              <a:t> </a:t>
            </a:r>
            <a:r>
              <a:rPr lang="en-US" err="1">
                <a:ea typeface="+mn-lt"/>
                <a:cs typeface="+mn-lt"/>
              </a:rPr>
              <a:t>được</a:t>
            </a:r>
            <a:r>
              <a:rPr lang="en-US">
                <a:ea typeface="+mn-lt"/>
                <a:cs typeface="+mn-lt"/>
              </a:rPr>
              <a:t> </a:t>
            </a:r>
            <a:r>
              <a:rPr lang="en-US" err="1">
                <a:ea typeface="+mn-lt"/>
                <a:cs typeface="+mn-lt"/>
              </a:rPr>
              <a:t>cập</a:t>
            </a:r>
            <a:r>
              <a:rPr lang="en-US">
                <a:ea typeface="+mn-lt"/>
                <a:cs typeface="+mn-lt"/>
              </a:rPr>
              <a:t> </a:t>
            </a:r>
            <a:r>
              <a:rPr lang="en-US" err="1">
                <a:ea typeface="+mn-lt"/>
                <a:cs typeface="+mn-lt"/>
              </a:rPr>
              <a:t>nhật</a:t>
            </a:r>
            <a:r>
              <a:rPr lang="en-US">
                <a:ea typeface="+mn-lt"/>
                <a:cs typeface="+mn-lt"/>
              </a:rPr>
              <a:t> </a:t>
            </a:r>
            <a:r>
              <a:rPr lang="en-US" err="1">
                <a:ea typeface="+mn-lt"/>
                <a:cs typeface="+mn-lt"/>
              </a:rPr>
              <a:t>tiến</a:t>
            </a:r>
            <a:r>
              <a:rPr lang="en-US">
                <a:ea typeface="+mn-lt"/>
                <a:cs typeface="+mn-lt"/>
              </a:rPr>
              <a:t> </a:t>
            </a:r>
            <a:r>
              <a:rPr lang="en-US" err="1">
                <a:ea typeface="+mn-lt"/>
                <a:cs typeface="+mn-lt"/>
              </a:rPr>
              <a:t>độ</a:t>
            </a:r>
            <a:r>
              <a:rPr lang="en-US">
                <a:ea typeface="+mn-lt"/>
                <a:cs typeface="+mn-lt"/>
              </a:rPr>
              <a:t>.</a:t>
            </a:r>
          </a:p>
          <a:p>
            <a:r>
              <a:rPr lang="en-US"/>
              <a:t>🔹 </a:t>
            </a:r>
            <a:r>
              <a:rPr lang="en-US" err="1"/>
              <a:t>Bước</a:t>
            </a:r>
            <a:r>
              <a:rPr lang="en-US"/>
              <a:t> 4 – </a:t>
            </a:r>
            <a:r>
              <a:rPr lang="en-US" err="1"/>
              <a:t>Triển</a:t>
            </a:r>
            <a:r>
              <a:rPr lang="en-US"/>
              <a:t> Khai </a:t>
            </a:r>
            <a:r>
              <a:rPr lang="en-US" err="1"/>
              <a:t>Dự</a:t>
            </a:r>
            <a:r>
              <a:rPr lang="en-US"/>
              <a:t> </a:t>
            </a:r>
            <a:r>
              <a:rPr lang="en-US" err="1"/>
              <a:t>Án</a:t>
            </a:r>
          </a:p>
          <a:p>
            <a:r>
              <a:rPr lang="en-US" err="1">
                <a:ea typeface="+mn-lt"/>
                <a:cs typeface="+mn-lt"/>
              </a:rPr>
              <a:t>Đội</a:t>
            </a:r>
            <a:r>
              <a:rPr lang="en-US">
                <a:ea typeface="+mn-lt"/>
                <a:cs typeface="+mn-lt"/>
              </a:rPr>
              <a:t> </a:t>
            </a:r>
            <a:r>
              <a:rPr lang="en-US" err="1">
                <a:ea typeface="+mn-lt"/>
                <a:cs typeface="+mn-lt"/>
              </a:rPr>
              <a:t>ngũ</a:t>
            </a:r>
            <a:r>
              <a:rPr lang="en-US">
                <a:ea typeface="+mn-lt"/>
                <a:cs typeface="+mn-lt"/>
              </a:rPr>
              <a:t> </a:t>
            </a:r>
            <a:r>
              <a:rPr lang="en-US" err="1">
                <a:ea typeface="+mn-lt"/>
                <a:cs typeface="+mn-lt"/>
              </a:rPr>
              <a:t>kỹ</a:t>
            </a:r>
            <a:r>
              <a:rPr lang="en-US">
                <a:ea typeface="+mn-lt"/>
                <a:cs typeface="+mn-lt"/>
              </a:rPr>
              <a:t> </a:t>
            </a:r>
            <a:r>
              <a:rPr lang="en-US" err="1">
                <a:ea typeface="+mn-lt"/>
                <a:cs typeface="+mn-lt"/>
              </a:rPr>
              <a:t>thuật</a:t>
            </a:r>
            <a:r>
              <a:rPr lang="en-US">
                <a:ea typeface="+mn-lt"/>
                <a:cs typeface="+mn-lt"/>
              </a:rPr>
              <a:t> </a:t>
            </a:r>
            <a:r>
              <a:rPr lang="en-US" err="1">
                <a:ea typeface="+mn-lt"/>
                <a:cs typeface="+mn-lt"/>
              </a:rPr>
              <a:t>và</a:t>
            </a:r>
            <a:r>
              <a:rPr lang="en-US">
                <a:ea typeface="+mn-lt"/>
                <a:cs typeface="+mn-lt"/>
              </a:rPr>
              <a:t> digital </a:t>
            </a:r>
            <a:r>
              <a:rPr lang="en-US" err="1">
                <a:ea typeface="+mn-lt"/>
                <a:cs typeface="+mn-lt"/>
              </a:rPr>
              <a:t>của</a:t>
            </a:r>
            <a:r>
              <a:rPr lang="en-US">
                <a:ea typeface="+mn-lt"/>
                <a:cs typeface="+mn-lt"/>
              </a:rPr>
              <a:t> CSD </a:t>
            </a:r>
            <a:r>
              <a:rPr lang="en-US" err="1">
                <a:ea typeface="+mn-lt"/>
                <a:cs typeface="+mn-lt"/>
              </a:rPr>
              <a:t>sẽ</a:t>
            </a:r>
            <a:r>
              <a:rPr lang="en-US">
                <a:ea typeface="+mn-lt"/>
                <a:cs typeface="+mn-lt"/>
              </a:rPr>
              <a:t> </a:t>
            </a:r>
            <a:r>
              <a:rPr lang="en-US" err="1">
                <a:ea typeface="+mn-lt"/>
                <a:cs typeface="+mn-lt"/>
              </a:rPr>
              <a:t>triển</a:t>
            </a:r>
            <a:r>
              <a:rPr lang="en-US">
                <a:ea typeface="+mn-lt"/>
                <a:cs typeface="+mn-lt"/>
              </a:rPr>
              <a:t> </a:t>
            </a:r>
            <a:r>
              <a:rPr lang="en-US" err="1">
                <a:ea typeface="+mn-lt"/>
                <a:cs typeface="+mn-lt"/>
              </a:rPr>
              <a:t>khai</a:t>
            </a:r>
            <a:r>
              <a:rPr lang="en-US">
                <a:ea typeface="+mn-lt"/>
                <a:cs typeface="+mn-lt"/>
              </a:rPr>
              <a:t> </a:t>
            </a:r>
            <a:r>
              <a:rPr lang="en-US" err="1">
                <a:ea typeface="+mn-lt"/>
                <a:cs typeface="+mn-lt"/>
              </a:rPr>
              <a:t>dự</a:t>
            </a:r>
            <a:r>
              <a:rPr lang="en-US">
                <a:ea typeface="+mn-lt"/>
                <a:cs typeface="+mn-lt"/>
              </a:rPr>
              <a:t> </a:t>
            </a:r>
            <a:r>
              <a:rPr lang="en-US" err="1">
                <a:ea typeface="+mn-lt"/>
                <a:cs typeface="+mn-lt"/>
              </a:rPr>
              <a:t>án</a:t>
            </a:r>
            <a:r>
              <a:rPr lang="en-US">
                <a:ea typeface="+mn-lt"/>
                <a:cs typeface="+mn-lt"/>
              </a:rPr>
              <a:t> </a:t>
            </a:r>
            <a:r>
              <a:rPr lang="en-US" err="1">
                <a:ea typeface="+mn-lt"/>
                <a:cs typeface="+mn-lt"/>
              </a:rPr>
              <a:t>chuyên</a:t>
            </a:r>
            <a:r>
              <a:rPr lang="en-US">
                <a:ea typeface="+mn-lt"/>
                <a:cs typeface="+mn-lt"/>
              </a:rPr>
              <a:t> </a:t>
            </a:r>
            <a:r>
              <a:rPr lang="en-US" err="1">
                <a:ea typeface="+mn-lt"/>
                <a:cs typeface="+mn-lt"/>
              </a:rPr>
              <a:t>nghiệp</a:t>
            </a:r>
            <a:r>
              <a:rPr lang="en-US">
                <a:ea typeface="+mn-lt"/>
                <a:cs typeface="+mn-lt"/>
              </a:rPr>
              <a:t>, </a:t>
            </a:r>
            <a:r>
              <a:rPr lang="en-US" err="1">
                <a:ea typeface="+mn-lt"/>
                <a:cs typeface="+mn-lt"/>
              </a:rPr>
              <a:t>đảm</a:t>
            </a:r>
            <a:r>
              <a:rPr lang="en-US">
                <a:ea typeface="+mn-lt"/>
                <a:cs typeface="+mn-lt"/>
              </a:rPr>
              <a:t> </a:t>
            </a:r>
            <a:r>
              <a:rPr lang="en-US" err="1">
                <a:ea typeface="+mn-lt"/>
                <a:cs typeface="+mn-lt"/>
              </a:rPr>
              <a:t>bảo</a:t>
            </a:r>
            <a:r>
              <a:rPr lang="en-US">
                <a:ea typeface="+mn-lt"/>
                <a:cs typeface="+mn-lt"/>
              </a:rPr>
              <a:t> </a:t>
            </a:r>
            <a:r>
              <a:rPr lang="en-US" err="1">
                <a:ea typeface="+mn-lt"/>
                <a:cs typeface="+mn-lt"/>
              </a:rPr>
              <a:t>chất</a:t>
            </a:r>
            <a:r>
              <a:rPr lang="en-US">
                <a:ea typeface="+mn-lt"/>
                <a:cs typeface="+mn-lt"/>
              </a:rPr>
              <a:t> </a:t>
            </a:r>
            <a:r>
              <a:rPr lang="en-US" err="1">
                <a:ea typeface="+mn-lt"/>
                <a:cs typeface="+mn-lt"/>
              </a:rPr>
              <a:t>lượng</a:t>
            </a:r>
            <a:r>
              <a:rPr lang="en-US">
                <a:ea typeface="+mn-lt"/>
                <a:cs typeface="+mn-lt"/>
              </a:rPr>
              <a:t> </a:t>
            </a:r>
            <a:r>
              <a:rPr lang="en-US" err="1">
                <a:ea typeface="+mn-lt"/>
                <a:cs typeface="+mn-lt"/>
              </a:rPr>
              <a:t>và</a:t>
            </a:r>
            <a:r>
              <a:rPr lang="en-US">
                <a:ea typeface="+mn-lt"/>
                <a:cs typeface="+mn-lt"/>
              </a:rPr>
              <a:t> </a:t>
            </a:r>
            <a:r>
              <a:rPr lang="en-US" err="1">
                <a:ea typeface="+mn-lt"/>
                <a:cs typeface="+mn-lt"/>
              </a:rPr>
              <a:t>tiến</a:t>
            </a:r>
            <a:r>
              <a:rPr lang="en-US">
                <a:ea typeface="+mn-lt"/>
                <a:cs typeface="+mn-lt"/>
              </a:rPr>
              <a:t> </a:t>
            </a:r>
            <a:r>
              <a:rPr lang="en-US" err="1">
                <a:ea typeface="+mn-lt"/>
                <a:cs typeface="+mn-lt"/>
              </a:rPr>
              <a:t>độ</a:t>
            </a:r>
            <a:r>
              <a:rPr lang="en-US">
                <a:ea typeface="+mn-lt"/>
                <a:cs typeface="+mn-lt"/>
              </a:rPr>
              <a:t>.</a:t>
            </a:r>
          </a:p>
          <a:p>
            <a:r>
              <a:rPr lang="en-US" err="1">
                <a:ea typeface="+mn-lt"/>
                <a:cs typeface="+mn-lt"/>
              </a:rPr>
              <a:t>Bạn</a:t>
            </a:r>
            <a:r>
              <a:rPr lang="en-US">
                <a:ea typeface="+mn-lt"/>
                <a:cs typeface="+mn-lt"/>
              </a:rPr>
              <a:t> </a:t>
            </a:r>
            <a:r>
              <a:rPr lang="en-US" err="1">
                <a:ea typeface="+mn-lt"/>
                <a:cs typeface="+mn-lt"/>
              </a:rPr>
              <a:t>không</a:t>
            </a:r>
            <a:r>
              <a:rPr lang="en-US">
                <a:ea typeface="+mn-lt"/>
                <a:cs typeface="+mn-lt"/>
              </a:rPr>
              <a:t> </a:t>
            </a:r>
            <a:r>
              <a:rPr lang="en-US" err="1">
                <a:ea typeface="+mn-lt"/>
                <a:cs typeface="+mn-lt"/>
              </a:rPr>
              <a:t>cần</a:t>
            </a:r>
            <a:r>
              <a:rPr lang="en-US">
                <a:ea typeface="+mn-lt"/>
                <a:cs typeface="+mn-lt"/>
              </a:rPr>
              <a:t> </a:t>
            </a:r>
            <a:r>
              <a:rPr lang="en-US" err="1">
                <a:ea typeface="+mn-lt"/>
                <a:cs typeface="+mn-lt"/>
              </a:rPr>
              <a:t>vận</a:t>
            </a:r>
            <a:r>
              <a:rPr lang="en-US">
                <a:ea typeface="+mn-lt"/>
                <a:cs typeface="+mn-lt"/>
              </a:rPr>
              <a:t> </a:t>
            </a:r>
            <a:r>
              <a:rPr lang="en-US" err="1">
                <a:ea typeface="+mn-lt"/>
                <a:cs typeface="+mn-lt"/>
              </a:rPr>
              <a:t>hành</a:t>
            </a:r>
            <a:r>
              <a:rPr lang="en-US">
                <a:ea typeface="+mn-lt"/>
                <a:cs typeface="+mn-lt"/>
              </a:rPr>
              <a:t> </a:t>
            </a:r>
            <a:r>
              <a:rPr lang="en-US" err="1">
                <a:ea typeface="+mn-lt"/>
                <a:cs typeface="+mn-lt"/>
              </a:rPr>
              <a:t>kỹ</a:t>
            </a:r>
            <a:r>
              <a:rPr lang="en-US">
                <a:ea typeface="+mn-lt"/>
                <a:cs typeface="+mn-lt"/>
              </a:rPr>
              <a:t> </a:t>
            </a:r>
            <a:r>
              <a:rPr lang="en-US" err="1">
                <a:ea typeface="+mn-lt"/>
                <a:cs typeface="+mn-lt"/>
              </a:rPr>
              <a:t>thuật</a:t>
            </a:r>
            <a:r>
              <a:rPr lang="en-US">
                <a:ea typeface="+mn-lt"/>
                <a:cs typeface="+mn-lt"/>
              </a:rPr>
              <a:t>.</a:t>
            </a:r>
            <a:br>
              <a:rPr lang="en-US">
                <a:ea typeface="+mn-lt"/>
                <a:cs typeface="+mn-lt"/>
              </a:rPr>
            </a:br>
            <a:r>
              <a:rPr lang="en-US">
                <a:ea typeface="+mn-lt"/>
                <a:cs typeface="+mn-lt"/>
              </a:rPr>
              <a:t> </a:t>
            </a:r>
            <a:r>
              <a:rPr lang="en-US" err="1">
                <a:ea typeface="+mn-lt"/>
                <a:cs typeface="+mn-lt"/>
              </a:rPr>
              <a:t>Bạn</a:t>
            </a:r>
            <a:r>
              <a:rPr lang="en-US">
                <a:ea typeface="+mn-lt"/>
                <a:cs typeface="+mn-lt"/>
              </a:rPr>
              <a:t> </a:t>
            </a:r>
            <a:r>
              <a:rPr lang="en-US" err="1">
                <a:ea typeface="+mn-lt"/>
                <a:cs typeface="+mn-lt"/>
              </a:rPr>
              <a:t>tập</a:t>
            </a:r>
            <a:r>
              <a:rPr lang="en-US">
                <a:ea typeface="+mn-lt"/>
                <a:cs typeface="+mn-lt"/>
              </a:rPr>
              <a:t> </a:t>
            </a:r>
            <a:r>
              <a:rPr lang="en-US" err="1">
                <a:ea typeface="+mn-lt"/>
                <a:cs typeface="+mn-lt"/>
              </a:rPr>
              <a:t>trung</a:t>
            </a:r>
            <a:r>
              <a:rPr lang="en-US">
                <a:ea typeface="+mn-lt"/>
                <a:cs typeface="+mn-lt"/>
              </a:rPr>
              <a:t> </a:t>
            </a:r>
            <a:r>
              <a:rPr lang="en-US" err="1">
                <a:ea typeface="+mn-lt"/>
                <a:cs typeface="+mn-lt"/>
              </a:rPr>
              <a:t>tìm</a:t>
            </a:r>
            <a:r>
              <a:rPr lang="en-US">
                <a:ea typeface="+mn-lt"/>
                <a:cs typeface="+mn-lt"/>
              </a:rPr>
              <a:t> </a:t>
            </a:r>
            <a:r>
              <a:rPr lang="en-US" err="1">
                <a:ea typeface="+mn-lt"/>
                <a:cs typeface="+mn-lt"/>
              </a:rPr>
              <a:t>thêm</a:t>
            </a:r>
            <a:r>
              <a:rPr lang="en-US">
                <a:ea typeface="+mn-lt"/>
                <a:cs typeface="+mn-lt"/>
              </a:rPr>
              <a:t> </a:t>
            </a:r>
            <a:r>
              <a:rPr lang="en-US" err="1">
                <a:ea typeface="+mn-lt"/>
                <a:cs typeface="+mn-lt"/>
              </a:rPr>
              <a:t>khách</a:t>
            </a:r>
            <a:r>
              <a:rPr lang="en-US">
                <a:ea typeface="+mn-lt"/>
                <a:cs typeface="+mn-lt"/>
              </a:rPr>
              <a:t>.</a:t>
            </a:r>
          </a:p>
          <a:p>
            <a:r>
              <a:rPr lang="en-US"/>
              <a:t>🔹 </a:t>
            </a:r>
            <a:r>
              <a:rPr lang="en-US" err="1"/>
              <a:t>Bước</a:t>
            </a:r>
            <a:r>
              <a:rPr lang="en-US"/>
              <a:t> 5 – Thanh </a:t>
            </a:r>
            <a:r>
              <a:rPr lang="en-US" err="1"/>
              <a:t>Toán</a:t>
            </a:r>
            <a:r>
              <a:rPr lang="en-US"/>
              <a:t> Hoa Hồng</a:t>
            </a:r>
          </a:p>
          <a:p>
            <a:r>
              <a:rPr lang="en-US">
                <a:ea typeface="+mn-lt"/>
                <a:cs typeface="+mn-lt"/>
              </a:rPr>
              <a:t>Khi </a:t>
            </a:r>
            <a:r>
              <a:rPr lang="en-US" err="1">
                <a:ea typeface="+mn-lt"/>
                <a:cs typeface="+mn-lt"/>
              </a:rPr>
              <a:t>khách</a:t>
            </a:r>
            <a:r>
              <a:rPr lang="en-US">
                <a:ea typeface="+mn-lt"/>
                <a:cs typeface="+mn-lt"/>
              </a:rPr>
              <a:t> </a:t>
            </a:r>
            <a:r>
              <a:rPr lang="en-US" err="1">
                <a:ea typeface="+mn-lt"/>
                <a:cs typeface="+mn-lt"/>
              </a:rPr>
              <a:t>hàng</a:t>
            </a:r>
            <a:r>
              <a:rPr lang="en-US">
                <a:ea typeface="+mn-lt"/>
                <a:cs typeface="+mn-lt"/>
              </a:rPr>
              <a:t> </a:t>
            </a:r>
            <a:r>
              <a:rPr lang="en-US" err="1">
                <a:ea typeface="+mn-lt"/>
                <a:cs typeface="+mn-lt"/>
              </a:rPr>
              <a:t>thanh</a:t>
            </a:r>
            <a:r>
              <a:rPr lang="en-US">
                <a:ea typeface="+mn-lt"/>
                <a:cs typeface="+mn-lt"/>
              </a:rPr>
              <a:t> </a:t>
            </a:r>
            <a:r>
              <a:rPr lang="en-US" err="1">
                <a:ea typeface="+mn-lt"/>
                <a:cs typeface="+mn-lt"/>
              </a:rPr>
              <a:t>toán</a:t>
            </a:r>
            <a:r>
              <a:rPr lang="en-US">
                <a:ea typeface="+mn-lt"/>
                <a:cs typeface="+mn-lt"/>
              </a:rPr>
              <a:t> </a:t>
            </a:r>
            <a:r>
              <a:rPr lang="en-US" err="1">
                <a:ea typeface="+mn-lt"/>
                <a:cs typeface="+mn-lt"/>
              </a:rPr>
              <a:t>thành</a:t>
            </a:r>
            <a:r>
              <a:rPr lang="en-US">
                <a:ea typeface="+mn-lt"/>
                <a:cs typeface="+mn-lt"/>
              </a:rPr>
              <a:t> </a:t>
            </a:r>
            <a:r>
              <a:rPr lang="en-US" err="1">
                <a:ea typeface="+mn-lt"/>
                <a:cs typeface="+mn-lt"/>
              </a:rPr>
              <a:t>công</a:t>
            </a:r>
            <a:r>
              <a:rPr lang="en-US">
                <a:ea typeface="+mn-lt"/>
                <a:cs typeface="+mn-lt"/>
              </a:rPr>
              <a:t>:</a:t>
            </a:r>
          </a:p>
          <a:p>
            <a:r>
              <a:rPr lang="en-US">
                <a:ea typeface="+mn-lt"/>
                <a:cs typeface="+mn-lt"/>
              </a:rPr>
              <a:t>👉 Hoa </a:t>
            </a:r>
            <a:r>
              <a:rPr lang="en-US" err="1">
                <a:ea typeface="+mn-lt"/>
                <a:cs typeface="+mn-lt"/>
              </a:rPr>
              <a:t>hồng</a:t>
            </a:r>
            <a:r>
              <a:rPr lang="en-US">
                <a:ea typeface="+mn-lt"/>
                <a:cs typeface="+mn-lt"/>
              </a:rPr>
              <a:t> </a:t>
            </a:r>
            <a:r>
              <a:rPr lang="en-US" err="1">
                <a:ea typeface="+mn-lt"/>
                <a:cs typeface="+mn-lt"/>
              </a:rPr>
              <a:t>được</a:t>
            </a:r>
            <a:r>
              <a:rPr lang="en-US">
                <a:ea typeface="+mn-lt"/>
                <a:cs typeface="+mn-lt"/>
              </a:rPr>
              <a:t> </a:t>
            </a:r>
            <a:r>
              <a:rPr lang="en-US" err="1">
                <a:ea typeface="+mn-lt"/>
                <a:cs typeface="+mn-lt"/>
              </a:rPr>
              <a:t>tính</a:t>
            </a:r>
            <a:r>
              <a:rPr lang="en-US">
                <a:ea typeface="+mn-lt"/>
                <a:cs typeface="+mn-lt"/>
              </a:rPr>
              <a:t> </a:t>
            </a:r>
            <a:r>
              <a:rPr lang="en-US" err="1">
                <a:ea typeface="+mn-lt"/>
                <a:cs typeface="+mn-lt"/>
              </a:rPr>
              <a:t>minh</a:t>
            </a:r>
            <a:r>
              <a:rPr lang="en-US">
                <a:ea typeface="+mn-lt"/>
                <a:cs typeface="+mn-lt"/>
              </a:rPr>
              <a:t> </a:t>
            </a:r>
            <a:r>
              <a:rPr lang="en-US" err="1">
                <a:ea typeface="+mn-lt"/>
                <a:cs typeface="+mn-lt"/>
              </a:rPr>
              <a:t>bạch</a:t>
            </a:r>
            <a:br>
              <a:rPr lang="en-US">
                <a:ea typeface="+mn-lt"/>
                <a:cs typeface="+mn-lt"/>
              </a:rPr>
            </a:br>
            <a:r>
              <a:rPr lang="en-US">
                <a:ea typeface="+mn-lt"/>
                <a:cs typeface="+mn-lt"/>
              </a:rPr>
              <a:t> 👉 Thanh </a:t>
            </a:r>
            <a:r>
              <a:rPr lang="en-US" err="1">
                <a:ea typeface="+mn-lt"/>
                <a:cs typeface="+mn-lt"/>
              </a:rPr>
              <a:t>toán</a:t>
            </a:r>
            <a:r>
              <a:rPr lang="en-US">
                <a:ea typeface="+mn-lt"/>
                <a:cs typeface="+mn-lt"/>
              </a:rPr>
              <a:t> </a:t>
            </a:r>
            <a:r>
              <a:rPr lang="en-US" err="1">
                <a:ea typeface="+mn-lt"/>
                <a:cs typeface="+mn-lt"/>
              </a:rPr>
              <a:t>đúng</a:t>
            </a:r>
            <a:r>
              <a:rPr lang="en-US">
                <a:ea typeface="+mn-lt"/>
                <a:cs typeface="+mn-lt"/>
              </a:rPr>
              <a:t> </a:t>
            </a:r>
            <a:r>
              <a:rPr lang="en-US" err="1">
                <a:ea typeface="+mn-lt"/>
                <a:cs typeface="+mn-lt"/>
              </a:rPr>
              <a:t>hạn</a:t>
            </a:r>
            <a:br>
              <a:rPr lang="en-US">
                <a:ea typeface="+mn-lt"/>
                <a:cs typeface="+mn-lt"/>
              </a:rPr>
            </a:br>
            <a:r>
              <a:rPr lang="en-US">
                <a:ea typeface="+mn-lt"/>
                <a:cs typeface="+mn-lt"/>
              </a:rPr>
              <a:t> 👉 </a:t>
            </a:r>
            <a:r>
              <a:rPr lang="en-US" err="1">
                <a:ea typeface="+mn-lt"/>
                <a:cs typeface="+mn-lt"/>
              </a:rPr>
              <a:t>Có</a:t>
            </a:r>
            <a:r>
              <a:rPr lang="en-US">
                <a:ea typeface="+mn-lt"/>
                <a:cs typeface="+mn-lt"/>
              </a:rPr>
              <a:t> </a:t>
            </a:r>
            <a:r>
              <a:rPr lang="en-US" err="1">
                <a:ea typeface="+mn-lt"/>
                <a:cs typeface="+mn-lt"/>
              </a:rPr>
              <a:t>báo</a:t>
            </a:r>
            <a:r>
              <a:rPr lang="en-US">
                <a:ea typeface="+mn-lt"/>
                <a:cs typeface="+mn-lt"/>
              </a:rPr>
              <a:t> </a:t>
            </a:r>
            <a:r>
              <a:rPr lang="en-US" err="1">
                <a:ea typeface="+mn-lt"/>
                <a:cs typeface="+mn-lt"/>
              </a:rPr>
              <a:t>cáo</a:t>
            </a:r>
            <a:r>
              <a:rPr lang="en-US">
                <a:ea typeface="+mn-lt"/>
                <a:cs typeface="+mn-lt"/>
              </a:rPr>
              <a:t> </a:t>
            </a:r>
            <a:r>
              <a:rPr lang="en-US" err="1">
                <a:ea typeface="+mn-lt"/>
                <a:cs typeface="+mn-lt"/>
              </a:rPr>
              <a:t>rõ</a:t>
            </a:r>
            <a:r>
              <a:rPr lang="en-US">
                <a:ea typeface="+mn-lt"/>
                <a:cs typeface="+mn-lt"/>
              </a:rPr>
              <a:t> </a:t>
            </a:r>
            <a:r>
              <a:rPr lang="en-US" err="1">
                <a:ea typeface="+mn-lt"/>
                <a:cs typeface="+mn-lt"/>
              </a:rPr>
              <a:t>ràng</a:t>
            </a:r>
            <a:endParaRPr lang="en-US" err="1"/>
          </a:p>
          <a:p>
            <a:r>
              <a:rPr lang="en-US">
                <a:ea typeface="+mn-lt"/>
                <a:cs typeface="+mn-lt"/>
              </a:rPr>
              <a:t>Win – Win – Win.</a:t>
            </a:r>
            <a:endParaRPr lang="en-US"/>
          </a:p>
          <a:p>
            <a:br>
              <a:rPr lang="en-US"/>
            </a:br>
            <a:endParaRPr lang="en-US"/>
          </a:p>
          <a:p>
            <a:r>
              <a:rPr lang="en-US"/>
              <a:t>💰 Hoa Hồng </a:t>
            </a:r>
            <a:r>
              <a:rPr lang="en-US" err="1"/>
              <a:t>Hấp</a:t>
            </a:r>
            <a:r>
              <a:rPr lang="en-US"/>
              <a:t> </a:t>
            </a:r>
            <a:r>
              <a:rPr lang="en-US" err="1"/>
              <a:t>Dẫn</a:t>
            </a:r>
          </a:p>
          <a:p>
            <a:pPr marL="285750" indent="-285750">
              <a:buFont typeface="Arial"/>
              <a:buChar char="•"/>
            </a:pPr>
            <a:r>
              <a:rPr lang="en-US">
                <a:ea typeface="+mn-lt"/>
                <a:cs typeface="+mn-lt"/>
              </a:rPr>
              <a:t>CAD / Engineering Projects: % </a:t>
            </a:r>
            <a:r>
              <a:rPr lang="en-US" err="1">
                <a:ea typeface="+mn-lt"/>
                <a:cs typeface="+mn-lt"/>
              </a:rPr>
              <a:t>theo</a:t>
            </a:r>
            <a:r>
              <a:rPr lang="en-US">
                <a:ea typeface="+mn-lt"/>
                <a:cs typeface="+mn-lt"/>
              </a:rPr>
              <a:t> </a:t>
            </a:r>
            <a:r>
              <a:rPr lang="en-US" err="1">
                <a:ea typeface="+mn-lt"/>
                <a:cs typeface="+mn-lt"/>
              </a:rPr>
              <a:t>giá</a:t>
            </a:r>
            <a:r>
              <a:rPr lang="en-US">
                <a:ea typeface="+mn-lt"/>
                <a:cs typeface="+mn-lt"/>
              </a:rPr>
              <a:t> </a:t>
            </a:r>
            <a:r>
              <a:rPr lang="en-US" err="1">
                <a:ea typeface="+mn-lt"/>
                <a:cs typeface="+mn-lt"/>
              </a:rPr>
              <a:t>trị</a:t>
            </a:r>
            <a:r>
              <a:rPr lang="en-US">
                <a:ea typeface="+mn-lt"/>
                <a:cs typeface="+mn-lt"/>
              </a:rPr>
              <a:t> </a:t>
            </a:r>
            <a:r>
              <a:rPr lang="en-US" err="1">
                <a:ea typeface="+mn-lt"/>
                <a:cs typeface="+mn-lt"/>
              </a:rPr>
              <a:t>hợp</a:t>
            </a:r>
            <a:r>
              <a:rPr lang="en-US">
                <a:ea typeface="+mn-lt"/>
                <a:cs typeface="+mn-lt"/>
              </a:rPr>
              <a:t> </a:t>
            </a:r>
            <a:r>
              <a:rPr lang="en-US" err="1">
                <a:ea typeface="+mn-lt"/>
                <a:cs typeface="+mn-lt"/>
              </a:rPr>
              <a:t>đồng</a:t>
            </a:r>
            <a:endParaRPr lang="en-US" err="1"/>
          </a:p>
          <a:p>
            <a:pPr marL="285750" indent="-285750">
              <a:buFont typeface="Arial"/>
              <a:buChar char="•"/>
            </a:pPr>
            <a:r>
              <a:rPr lang="en-US">
                <a:ea typeface="+mn-lt"/>
                <a:cs typeface="+mn-lt"/>
              </a:rPr>
              <a:t>Website &amp; Digital Services: </a:t>
            </a:r>
            <a:r>
              <a:rPr lang="en-US" err="1">
                <a:ea typeface="+mn-lt"/>
                <a:cs typeface="+mn-lt"/>
              </a:rPr>
              <a:t>hoa</a:t>
            </a:r>
            <a:r>
              <a:rPr lang="en-US">
                <a:ea typeface="+mn-lt"/>
                <a:cs typeface="+mn-lt"/>
              </a:rPr>
              <a:t> </a:t>
            </a:r>
            <a:r>
              <a:rPr lang="en-US" err="1">
                <a:ea typeface="+mn-lt"/>
                <a:cs typeface="+mn-lt"/>
              </a:rPr>
              <a:t>hồng</a:t>
            </a:r>
            <a:r>
              <a:rPr lang="en-US">
                <a:ea typeface="+mn-lt"/>
                <a:cs typeface="+mn-lt"/>
              </a:rPr>
              <a:t> </a:t>
            </a:r>
            <a:r>
              <a:rPr lang="en-US" err="1">
                <a:ea typeface="+mn-lt"/>
                <a:cs typeface="+mn-lt"/>
              </a:rPr>
              <a:t>theo</a:t>
            </a:r>
            <a:r>
              <a:rPr lang="en-US">
                <a:ea typeface="+mn-lt"/>
                <a:cs typeface="+mn-lt"/>
              </a:rPr>
              <a:t> </a:t>
            </a:r>
            <a:r>
              <a:rPr lang="en-US" err="1">
                <a:ea typeface="+mn-lt"/>
                <a:cs typeface="+mn-lt"/>
              </a:rPr>
              <a:t>gói</a:t>
            </a:r>
            <a:endParaRPr lang="en-US" err="1"/>
          </a:p>
          <a:p>
            <a:pPr marL="285750" indent="-285750">
              <a:buFont typeface="Arial"/>
              <a:buChar char="•"/>
            </a:pPr>
            <a:r>
              <a:rPr lang="en-US">
                <a:ea typeface="+mn-lt"/>
                <a:cs typeface="+mn-lt"/>
              </a:rPr>
              <a:t>Academy Courses: % </a:t>
            </a:r>
            <a:r>
              <a:rPr lang="en-US" err="1">
                <a:ea typeface="+mn-lt"/>
                <a:cs typeface="+mn-lt"/>
              </a:rPr>
              <a:t>theo</a:t>
            </a:r>
            <a:r>
              <a:rPr lang="en-US">
                <a:ea typeface="+mn-lt"/>
                <a:cs typeface="+mn-lt"/>
              </a:rPr>
              <a:t> </a:t>
            </a:r>
            <a:r>
              <a:rPr lang="en-US" err="1">
                <a:ea typeface="+mn-lt"/>
                <a:cs typeface="+mn-lt"/>
              </a:rPr>
              <a:t>số</a:t>
            </a:r>
            <a:r>
              <a:rPr lang="en-US">
                <a:ea typeface="+mn-lt"/>
                <a:cs typeface="+mn-lt"/>
              </a:rPr>
              <a:t> </a:t>
            </a:r>
            <a:r>
              <a:rPr lang="en-US" err="1">
                <a:ea typeface="+mn-lt"/>
                <a:cs typeface="+mn-lt"/>
              </a:rPr>
              <a:t>lượng</a:t>
            </a:r>
            <a:r>
              <a:rPr lang="en-US">
                <a:ea typeface="+mn-lt"/>
                <a:cs typeface="+mn-lt"/>
              </a:rPr>
              <a:t> </a:t>
            </a:r>
            <a:r>
              <a:rPr lang="en-US" err="1">
                <a:ea typeface="+mn-lt"/>
                <a:cs typeface="+mn-lt"/>
              </a:rPr>
              <a:t>học</a:t>
            </a:r>
            <a:r>
              <a:rPr lang="en-US">
                <a:ea typeface="+mn-lt"/>
                <a:cs typeface="+mn-lt"/>
              </a:rPr>
              <a:t> </a:t>
            </a:r>
            <a:r>
              <a:rPr lang="en-US" err="1">
                <a:ea typeface="+mn-lt"/>
                <a:cs typeface="+mn-lt"/>
              </a:rPr>
              <a:t>viên</a:t>
            </a:r>
            <a:endParaRPr lang="en-US" err="1"/>
          </a:p>
          <a:p>
            <a:r>
              <a:rPr lang="en-US" err="1">
                <a:ea typeface="+mn-lt"/>
                <a:cs typeface="+mn-lt"/>
              </a:rPr>
              <a:t>Dự</a:t>
            </a:r>
            <a:r>
              <a:rPr lang="en-US">
                <a:ea typeface="+mn-lt"/>
                <a:cs typeface="+mn-lt"/>
              </a:rPr>
              <a:t> </a:t>
            </a:r>
            <a:r>
              <a:rPr lang="en-US" err="1">
                <a:ea typeface="+mn-lt"/>
                <a:cs typeface="+mn-lt"/>
              </a:rPr>
              <a:t>án</a:t>
            </a:r>
            <a:r>
              <a:rPr lang="en-US">
                <a:ea typeface="+mn-lt"/>
                <a:cs typeface="+mn-lt"/>
              </a:rPr>
              <a:t> </a:t>
            </a:r>
            <a:r>
              <a:rPr lang="en-US" err="1">
                <a:ea typeface="+mn-lt"/>
                <a:cs typeface="+mn-lt"/>
              </a:rPr>
              <a:t>càng</a:t>
            </a:r>
            <a:r>
              <a:rPr lang="en-US">
                <a:ea typeface="+mn-lt"/>
                <a:cs typeface="+mn-lt"/>
              </a:rPr>
              <a:t> </a:t>
            </a:r>
            <a:r>
              <a:rPr lang="en-US" err="1">
                <a:ea typeface="+mn-lt"/>
                <a:cs typeface="+mn-lt"/>
              </a:rPr>
              <a:t>lớn</a:t>
            </a:r>
            <a:r>
              <a:rPr lang="en-US">
                <a:ea typeface="+mn-lt"/>
                <a:cs typeface="+mn-lt"/>
              </a:rPr>
              <a:t> – </a:t>
            </a:r>
            <a:r>
              <a:rPr lang="en-US" err="1">
                <a:ea typeface="+mn-lt"/>
                <a:cs typeface="+mn-lt"/>
              </a:rPr>
              <a:t>hoa</a:t>
            </a:r>
            <a:r>
              <a:rPr lang="en-US">
                <a:ea typeface="+mn-lt"/>
                <a:cs typeface="+mn-lt"/>
              </a:rPr>
              <a:t> </a:t>
            </a:r>
            <a:r>
              <a:rPr lang="en-US" err="1">
                <a:ea typeface="+mn-lt"/>
                <a:cs typeface="+mn-lt"/>
              </a:rPr>
              <a:t>hồng</a:t>
            </a:r>
            <a:r>
              <a:rPr lang="en-US">
                <a:ea typeface="+mn-lt"/>
                <a:cs typeface="+mn-lt"/>
              </a:rPr>
              <a:t> </a:t>
            </a:r>
            <a:r>
              <a:rPr lang="en-US" err="1">
                <a:ea typeface="+mn-lt"/>
                <a:cs typeface="+mn-lt"/>
              </a:rPr>
              <a:t>càng</a:t>
            </a:r>
            <a:r>
              <a:rPr lang="en-US">
                <a:ea typeface="+mn-lt"/>
                <a:cs typeface="+mn-lt"/>
              </a:rPr>
              <a:t> </a:t>
            </a:r>
            <a:r>
              <a:rPr lang="en-US" err="1">
                <a:ea typeface="+mn-lt"/>
                <a:cs typeface="+mn-lt"/>
              </a:rPr>
              <a:t>cao</a:t>
            </a:r>
            <a:r>
              <a:rPr lang="en-US">
                <a:ea typeface="+mn-lt"/>
                <a:cs typeface="+mn-lt"/>
              </a:rPr>
              <a:t>.</a:t>
            </a:r>
            <a:br>
              <a:rPr lang="en-US">
                <a:ea typeface="+mn-lt"/>
                <a:cs typeface="+mn-lt"/>
              </a:rPr>
            </a:br>
            <a:r>
              <a:rPr lang="en-US">
                <a:ea typeface="+mn-lt"/>
                <a:cs typeface="+mn-lt"/>
              </a:rPr>
              <a:t> </a:t>
            </a:r>
            <a:r>
              <a:rPr lang="en-US" err="1">
                <a:ea typeface="+mn-lt"/>
                <a:cs typeface="+mn-lt"/>
              </a:rPr>
              <a:t>Bạn</a:t>
            </a:r>
            <a:r>
              <a:rPr lang="en-US">
                <a:ea typeface="+mn-lt"/>
                <a:cs typeface="+mn-lt"/>
              </a:rPr>
              <a:t> </a:t>
            </a:r>
            <a:r>
              <a:rPr lang="en-US" err="1">
                <a:ea typeface="+mn-lt"/>
                <a:cs typeface="+mn-lt"/>
              </a:rPr>
              <a:t>càng</a:t>
            </a:r>
            <a:r>
              <a:rPr lang="en-US">
                <a:ea typeface="+mn-lt"/>
                <a:cs typeface="+mn-lt"/>
              </a:rPr>
              <a:t> </a:t>
            </a:r>
            <a:r>
              <a:rPr lang="en-US" err="1">
                <a:ea typeface="+mn-lt"/>
                <a:cs typeface="+mn-lt"/>
              </a:rPr>
              <a:t>giới</a:t>
            </a:r>
            <a:r>
              <a:rPr lang="en-US">
                <a:ea typeface="+mn-lt"/>
                <a:cs typeface="+mn-lt"/>
              </a:rPr>
              <a:t> </a:t>
            </a:r>
            <a:r>
              <a:rPr lang="en-US" err="1">
                <a:ea typeface="+mn-lt"/>
                <a:cs typeface="+mn-lt"/>
              </a:rPr>
              <a:t>thiệu</a:t>
            </a:r>
            <a:r>
              <a:rPr lang="en-US">
                <a:ea typeface="+mn-lt"/>
                <a:cs typeface="+mn-lt"/>
              </a:rPr>
              <a:t> </a:t>
            </a:r>
            <a:r>
              <a:rPr lang="en-US" err="1">
                <a:ea typeface="+mn-lt"/>
                <a:cs typeface="+mn-lt"/>
              </a:rPr>
              <a:t>nhiều</a:t>
            </a:r>
            <a:r>
              <a:rPr lang="en-US">
                <a:ea typeface="+mn-lt"/>
                <a:cs typeface="+mn-lt"/>
              </a:rPr>
              <a:t> – </a:t>
            </a:r>
            <a:r>
              <a:rPr lang="en-US" err="1">
                <a:ea typeface="+mn-lt"/>
                <a:cs typeface="+mn-lt"/>
              </a:rPr>
              <a:t>thu</a:t>
            </a:r>
            <a:r>
              <a:rPr lang="en-US">
                <a:ea typeface="+mn-lt"/>
                <a:cs typeface="+mn-lt"/>
              </a:rPr>
              <a:t> </a:t>
            </a:r>
            <a:r>
              <a:rPr lang="en-US" err="1">
                <a:ea typeface="+mn-lt"/>
                <a:cs typeface="+mn-lt"/>
              </a:rPr>
              <a:t>nhập</a:t>
            </a:r>
            <a:r>
              <a:rPr lang="en-US">
                <a:ea typeface="+mn-lt"/>
                <a:cs typeface="+mn-lt"/>
              </a:rPr>
              <a:t> </a:t>
            </a:r>
            <a:r>
              <a:rPr lang="en-US" err="1">
                <a:ea typeface="+mn-lt"/>
                <a:cs typeface="+mn-lt"/>
              </a:rPr>
              <a:t>càng</a:t>
            </a:r>
            <a:r>
              <a:rPr lang="en-US">
                <a:ea typeface="+mn-lt"/>
                <a:cs typeface="+mn-lt"/>
              </a:rPr>
              <a:t> </a:t>
            </a:r>
            <a:r>
              <a:rPr lang="en-US" err="1">
                <a:ea typeface="+mn-lt"/>
                <a:cs typeface="+mn-lt"/>
              </a:rPr>
              <a:t>tăng</a:t>
            </a:r>
            <a:r>
              <a:rPr lang="en-US">
                <a:ea typeface="+mn-lt"/>
                <a:cs typeface="+mn-lt"/>
              </a:rPr>
              <a:t>.</a:t>
            </a:r>
            <a:endParaRPr lang="en-US"/>
          </a:p>
          <a:p>
            <a:br>
              <a:rPr lang="en-US"/>
            </a:br>
            <a:endParaRPr lang="en-US"/>
          </a:p>
          <a:p>
            <a:r>
              <a:rPr lang="en-US"/>
              <a:t>🔥 </a:t>
            </a:r>
            <a:r>
              <a:rPr lang="en-US" err="1"/>
              <a:t>Vì</a:t>
            </a:r>
            <a:r>
              <a:rPr lang="en-US"/>
              <a:t> Sao </a:t>
            </a:r>
            <a:r>
              <a:rPr lang="en-US" err="1"/>
              <a:t>Nên</a:t>
            </a:r>
            <a:r>
              <a:rPr lang="en-US"/>
              <a:t> Tham Gia?</a:t>
            </a:r>
          </a:p>
          <a:p>
            <a:r>
              <a:rPr lang="en-US">
                <a:ea typeface="+mn-lt"/>
                <a:cs typeface="+mn-lt"/>
              </a:rPr>
              <a:t>✔ </a:t>
            </a:r>
            <a:r>
              <a:rPr lang="en-US" err="1">
                <a:ea typeface="+mn-lt"/>
                <a:cs typeface="+mn-lt"/>
              </a:rPr>
              <a:t>Không</a:t>
            </a:r>
            <a:r>
              <a:rPr lang="en-US">
                <a:ea typeface="+mn-lt"/>
                <a:cs typeface="+mn-lt"/>
              </a:rPr>
              <a:t> </a:t>
            </a:r>
            <a:r>
              <a:rPr lang="en-US" err="1">
                <a:ea typeface="+mn-lt"/>
                <a:cs typeface="+mn-lt"/>
              </a:rPr>
              <a:t>cần</a:t>
            </a:r>
            <a:r>
              <a:rPr lang="en-US">
                <a:ea typeface="+mn-lt"/>
                <a:cs typeface="+mn-lt"/>
              </a:rPr>
              <a:t> </a:t>
            </a:r>
            <a:r>
              <a:rPr lang="en-US" err="1">
                <a:ea typeface="+mn-lt"/>
                <a:cs typeface="+mn-lt"/>
              </a:rPr>
              <a:t>vốn</a:t>
            </a:r>
            <a:br>
              <a:rPr lang="en-US">
                <a:ea typeface="+mn-lt"/>
                <a:cs typeface="+mn-lt"/>
              </a:rPr>
            </a:br>
            <a:r>
              <a:rPr lang="en-US">
                <a:ea typeface="+mn-lt"/>
                <a:cs typeface="+mn-lt"/>
              </a:rPr>
              <a:t> ✔ </a:t>
            </a:r>
            <a:r>
              <a:rPr lang="en-US" err="1">
                <a:ea typeface="+mn-lt"/>
                <a:cs typeface="+mn-lt"/>
              </a:rPr>
              <a:t>Không</a:t>
            </a:r>
            <a:r>
              <a:rPr lang="en-US">
                <a:ea typeface="+mn-lt"/>
                <a:cs typeface="+mn-lt"/>
              </a:rPr>
              <a:t> </a:t>
            </a:r>
            <a:r>
              <a:rPr lang="en-US" err="1">
                <a:ea typeface="+mn-lt"/>
                <a:cs typeface="+mn-lt"/>
              </a:rPr>
              <a:t>cần</a:t>
            </a:r>
            <a:r>
              <a:rPr lang="en-US">
                <a:ea typeface="+mn-lt"/>
                <a:cs typeface="+mn-lt"/>
              </a:rPr>
              <a:t> </a:t>
            </a:r>
            <a:r>
              <a:rPr lang="en-US" err="1">
                <a:ea typeface="+mn-lt"/>
                <a:cs typeface="+mn-lt"/>
              </a:rPr>
              <a:t>đội</a:t>
            </a:r>
            <a:r>
              <a:rPr lang="en-US">
                <a:ea typeface="+mn-lt"/>
                <a:cs typeface="+mn-lt"/>
              </a:rPr>
              <a:t> </a:t>
            </a:r>
            <a:r>
              <a:rPr lang="en-US" err="1">
                <a:ea typeface="+mn-lt"/>
                <a:cs typeface="+mn-lt"/>
              </a:rPr>
              <a:t>ngũ</a:t>
            </a:r>
            <a:br>
              <a:rPr lang="en-US">
                <a:ea typeface="+mn-lt"/>
                <a:cs typeface="+mn-lt"/>
              </a:rPr>
            </a:br>
            <a:r>
              <a:rPr lang="en-US">
                <a:ea typeface="+mn-lt"/>
                <a:cs typeface="+mn-lt"/>
              </a:rPr>
              <a:t> ✔ </a:t>
            </a:r>
            <a:r>
              <a:rPr lang="en-US" err="1">
                <a:ea typeface="+mn-lt"/>
                <a:cs typeface="+mn-lt"/>
              </a:rPr>
              <a:t>Không</a:t>
            </a:r>
            <a:r>
              <a:rPr lang="en-US">
                <a:ea typeface="+mn-lt"/>
                <a:cs typeface="+mn-lt"/>
              </a:rPr>
              <a:t> </a:t>
            </a:r>
            <a:r>
              <a:rPr lang="en-US" err="1">
                <a:ea typeface="+mn-lt"/>
                <a:cs typeface="+mn-lt"/>
              </a:rPr>
              <a:t>cần</a:t>
            </a:r>
            <a:r>
              <a:rPr lang="en-US">
                <a:ea typeface="+mn-lt"/>
                <a:cs typeface="+mn-lt"/>
              </a:rPr>
              <a:t> </a:t>
            </a:r>
            <a:r>
              <a:rPr lang="en-US" err="1">
                <a:ea typeface="+mn-lt"/>
                <a:cs typeface="+mn-lt"/>
              </a:rPr>
              <a:t>xử</a:t>
            </a:r>
            <a:r>
              <a:rPr lang="en-US">
                <a:ea typeface="+mn-lt"/>
                <a:cs typeface="+mn-lt"/>
              </a:rPr>
              <a:t> </a:t>
            </a:r>
            <a:r>
              <a:rPr lang="en-US" err="1">
                <a:ea typeface="+mn-lt"/>
                <a:cs typeface="+mn-lt"/>
              </a:rPr>
              <a:t>lý</a:t>
            </a:r>
            <a:r>
              <a:rPr lang="en-US">
                <a:ea typeface="+mn-lt"/>
                <a:cs typeface="+mn-lt"/>
              </a:rPr>
              <a:t> </a:t>
            </a:r>
            <a:r>
              <a:rPr lang="en-US" err="1">
                <a:ea typeface="+mn-lt"/>
                <a:cs typeface="+mn-lt"/>
              </a:rPr>
              <a:t>kỹ</a:t>
            </a:r>
            <a:r>
              <a:rPr lang="en-US">
                <a:ea typeface="+mn-lt"/>
                <a:cs typeface="+mn-lt"/>
              </a:rPr>
              <a:t> </a:t>
            </a:r>
            <a:r>
              <a:rPr lang="en-US" err="1">
                <a:ea typeface="+mn-lt"/>
                <a:cs typeface="+mn-lt"/>
              </a:rPr>
              <a:t>thuật</a:t>
            </a:r>
            <a:br>
              <a:rPr lang="en-US">
                <a:ea typeface="+mn-lt"/>
                <a:cs typeface="+mn-lt"/>
              </a:rPr>
            </a:br>
            <a:r>
              <a:rPr lang="en-US">
                <a:ea typeface="+mn-lt"/>
                <a:cs typeface="+mn-lt"/>
              </a:rPr>
              <a:t> ✔ </a:t>
            </a:r>
            <a:r>
              <a:rPr lang="en-US" err="1">
                <a:ea typeface="+mn-lt"/>
                <a:cs typeface="+mn-lt"/>
              </a:rPr>
              <a:t>Không</a:t>
            </a:r>
            <a:r>
              <a:rPr lang="en-US">
                <a:ea typeface="+mn-lt"/>
                <a:cs typeface="+mn-lt"/>
              </a:rPr>
              <a:t> </a:t>
            </a:r>
            <a:r>
              <a:rPr lang="en-US" err="1">
                <a:ea typeface="+mn-lt"/>
                <a:cs typeface="+mn-lt"/>
              </a:rPr>
              <a:t>áp</a:t>
            </a:r>
            <a:r>
              <a:rPr lang="en-US">
                <a:ea typeface="+mn-lt"/>
                <a:cs typeface="+mn-lt"/>
              </a:rPr>
              <a:t> </a:t>
            </a:r>
            <a:r>
              <a:rPr lang="en-US" err="1">
                <a:ea typeface="+mn-lt"/>
                <a:cs typeface="+mn-lt"/>
              </a:rPr>
              <a:t>lực</a:t>
            </a:r>
            <a:r>
              <a:rPr lang="en-US">
                <a:ea typeface="+mn-lt"/>
                <a:cs typeface="+mn-lt"/>
              </a:rPr>
              <a:t> KPI </a:t>
            </a:r>
            <a:r>
              <a:rPr lang="en-US" err="1">
                <a:ea typeface="+mn-lt"/>
                <a:cs typeface="+mn-lt"/>
              </a:rPr>
              <a:t>bắt</a:t>
            </a:r>
            <a:r>
              <a:rPr lang="en-US">
                <a:ea typeface="+mn-lt"/>
                <a:cs typeface="+mn-lt"/>
              </a:rPr>
              <a:t> </a:t>
            </a:r>
            <a:r>
              <a:rPr lang="en-US" err="1">
                <a:ea typeface="+mn-lt"/>
                <a:cs typeface="+mn-lt"/>
              </a:rPr>
              <a:t>buộc</a:t>
            </a:r>
            <a:br>
              <a:rPr lang="en-US">
                <a:ea typeface="+mn-lt"/>
                <a:cs typeface="+mn-lt"/>
              </a:rPr>
            </a:br>
            <a:r>
              <a:rPr lang="en-US">
                <a:ea typeface="+mn-lt"/>
                <a:cs typeface="+mn-lt"/>
              </a:rPr>
              <a:t> ✔ </a:t>
            </a:r>
            <a:r>
              <a:rPr lang="en-US" err="1">
                <a:ea typeface="+mn-lt"/>
                <a:cs typeface="+mn-lt"/>
              </a:rPr>
              <a:t>Hỗ</a:t>
            </a:r>
            <a:r>
              <a:rPr lang="en-US">
                <a:ea typeface="+mn-lt"/>
                <a:cs typeface="+mn-lt"/>
              </a:rPr>
              <a:t> </a:t>
            </a:r>
            <a:r>
              <a:rPr lang="en-US" err="1">
                <a:ea typeface="+mn-lt"/>
                <a:cs typeface="+mn-lt"/>
              </a:rPr>
              <a:t>trợ</a:t>
            </a:r>
            <a:r>
              <a:rPr lang="en-US">
                <a:ea typeface="+mn-lt"/>
                <a:cs typeface="+mn-lt"/>
              </a:rPr>
              <a:t> </a:t>
            </a:r>
            <a:r>
              <a:rPr lang="en-US" err="1">
                <a:ea typeface="+mn-lt"/>
                <a:cs typeface="+mn-lt"/>
              </a:rPr>
              <a:t>tài</a:t>
            </a:r>
            <a:r>
              <a:rPr lang="en-US">
                <a:ea typeface="+mn-lt"/>
                <a:cs typeface="+mn-lt"/>
              </a:rPr>
              <a:t> </a:t>
            </a:r>
            <a:r>
              <a:rPr lang="en-US" err="1">
                <a:ea typeface="+mn-lt"/>
                <a:cs typeface="+mn-lt"/>
              </a:rPr>
              <a:t>liệu</a:t>
            </a:r>
            <a:r>
              <a:rPr lang="en-US">
                <a:ea typeface="+mn-lt"/>
                <a:cs typeface="+mn-lt"/>
              </a:rPr>
              <a:t> </a:t>
            </a:r>
            <a:r>
              <a:rPr lang="en-US" err="1">
                <a:ea typeface="+mn-lt"/>
                <a:cs typeface="+mn-lt"/>
              </a:rPr>
              <a:t>bán</a:t>
            </a:r>
            <a:r>
              <a:rPr lang="en-US">
                <a:ea typeface="+mn-lt"/>
                <a:cs typeface="+mn-lt"/>
              </a:rPr>
              <a:t> </a:t>
            </a:r>
            <a:r>
              <a:rPr lang="en-US" err="1">
                <a:ea typeface="+mn-lt"/>
                <a:cs typeface="+mn-lt"/>
              </a:rPr>
              <a:t>hàng</a:t>
            </a:r>
            <a:br>
              <a:rPr lang="en-US">
                <a:ea typeface="+mn-lt"/>
                <a:cs typeface="+mn-lt"/>
              </a:rPr>
            </a:br>
            <a:r>
              <a:rPr lang="en-US">
                <a:ea typeface="+mn-lt"/>
                <a:cs typeface="+mn-lt"/>
              </a:rPr>
              <a:t> ✔ </a:t>
            </a:r>
            <a:r>
              <a:rPr lang="en-US" err="1">
                <a:ea typeface="+mn-lt"/>
                <a:cs typeface="+mn-lt"/>
              </a:rPr>
              <a:t>Đồng</a:t>
            </a:r>
            <a:r>
              <a:rPr lang="en-US">
                <a:ea typeface="+mn-lt"/>
                <a:cs typeface="+mn-lt"/>
              </a:rPr>
              <a:t> </a:t>
            </a:r>
            <a:r>
              <a:rPr lang="en-US" err="1">
                <a:ea typeface="+mn-lt"/>
                <a:cs typeface="+mn-lt"/>
              </a:rPr>
              <a:t>hành</a:t>
            </a:r>
            <a:r>
              <a:rPr lang="en-US">
                <a:ea typeface="+mn-lt"/>
                <a:cs typeface="+mn-lt"/>
              </a:rPr>
              <a:t> </a:t>
            </a:r>
            <a:r>
              <a:rPr lang="en-US" err="1">
                <a:ea typeface="+mn-lt"/>
                <a:cs typeface="+mn-lt"/>
              </a:rPr>
              <a:t>lâu</a:t>
            </a:r>
            <a:r>
              <a:rPr lang="en-US">
                <a:ea typeface="+mn-lt"/>
                <a:cs typeface="+mn-lt"/>
              </a:rPr>
              <a:t> </a:t>
            </a:r>
            <a:r>
              <a:rPr lang="en-US" err="1">
                <a:ea typeface="+mn-lt"/>
                <a:cs typeface="+mn-lt"/>
              </a:rPr>
              <a:t>dài</a:t>
            </a:r>
            <a:endParaRPr lang="en-US" err="1"/>
          </a:p>
          <a:p>
            <a:r>
              <a:rPr lang="en-US" err="1">
                <a:ea typeface="+mn-lt"/>
                <a:cs typeface="+mn-lt"/>
              </a:rPr>
              <a:t>Chỉ</a:t>
            </a:r>
            <a:r>
              <a:rPr lang="en-US">
                <a:ea typeface="+mn-lt"/>
                <a:cs typeface="+mn-lt"/>
              </a:rPr>
              <a:t> </a:t>
            </a:r>
            <a:r>
              <a:rPr lang="en-US" err="1">
                <a:ea typeface="+mn-lt"/>
                <a:cs typeface="+mn-lt"/>
              </a:rPr>
              <a:t>cần</a:t>
            </a:r>
            <a:r>
              <a:rPr lang="en-US">
                <a:ea typeface="+mn-lt"/>
                <a:cs typeface="+mn-lt"/>
              </a:rPr>
              <a:t> </a:t>
            </a:r>
            <a:r>
              <a:rPr lang="en-US" err="1">
                <a:ea typeface="+mn-lt"/>
                <a:cs typeface="+mn-lt"/>
              </a:rPr>
              <a:t>bạn</a:t>
            </a:r>
            <a:r>
              <a:rPr lang="en-US">
                <a:ea typeface="+mn-lt"/>
                <a:cs typeface="+mn-lt"/>
              </a:rPr>
              <a:t> </a:t>
            </a:r>
            <a:r>
              <a:rPr lang="en-US" err="1">
                <a:ea typeface="+mn-lt"/>
                <a:cs typeface="+mn-lt"/>
              </a:rPr>
              <a:t>có</a:t>
            </a:r>
            <a:r>
              <a:rPr lang="en-US">
                <a:ea typeface="+mn-lt"/>
                <a:cs typeface="+mn-lt"/>
              </a:rPr>
              <a:t> </a:t>
            </a:r>
            <a:r>
              <a:rPr lang="en-US" err="1">
                <a:ea typeface="+mn-lt"/>
                <a:cs typeface="+mn-lt"/>
              </a:rPr>
              <a:t>mối</a:t>
            </a:r>
            <a:r>
              <a:rPr lang="en-US">
                <a:ea typeface="+mn-lt"/>
                <a:cs typeface="+mn-lt"/>
              </a:rPr>
              <a:t> </a:t>
            </a:r>
            <a:r>
              <a:rPr lang="en-US" err="1">
                <a:ea typeface="+mn-lt"/>
                <a:cs typeface="+mn-lt"/>
              </a:rPr>
              <a:t>quan</a:t>
            </a:r>
            <a:r>
              <a:rPr lang="en-US">
                <a:ea typeface="+mn-lt"/>
                <a:cs typeface="+mn-lt"/>
              </a:rPr>
              <a:t> </a:t>
            </a:r>
            <a:r>
              <a:rPr lang="en-US" err="1">
                <a:ea typeface="+mn-lt"/>
                <a:cs typeface="+mn-lt"/>
              </a:rPr>
              <a:t>hệ</a:t>
            </a:r>
            <a:r>
              <a:rPr lang="en-US">
                <a:ea typeface="+mn-lt"/>
                <a:cs typeface="+mn-lt"/>
              </a:rPr>
              <a:t> – </a:t>
            </a:r>
            <a:r>
              <a:rPr lang="en-US" err="1">
                <a:ea typeface="+mn-lt"/>
                <a:cs typeface="+mn-lt"/>
              </a:rPr>
              <a:t>chúng</a:t>
            </a:r>
            <a:r>
              <a:rPr lang="en-US">
                <a:ea typeface="+mn-lt"/>
                <a:cs typeface="+mn-lt"/>
              </a:rPr>
              <a:t> </a:t>
            </a:r>
            <a:r>
              <a:rPr lang="en-US" err="1">
                <a:ea typeface="+mn-lt"/>
                <a:cs typeface="+mn-lt"/>
              </a:rPr>
              <a:t>tôi</a:t>
            </a:r>
            <a:r>
              <a:rPr lang="en-US">
                <a:ea typeface="+mn-lt"/>
                <a:cs typeface="+mn-lt"/>
              </a:rPr>
              <a:t> </a:t>
            </a:r>
            <a:r>
              <a:rPr lang="en-US" err="1">
                <a:ea typeface="+mn-lt"/>
                <a:cs typeface="+mn-lt"/>
              </a:rPr>
              <a:t>có</a:t>
            </a:r>
            <a:r>
              <a:rPr lang="en-US">
                <a:ea typeface="+mn-lt"/>
                <a:cs typeface="+mn-lt"/>
              </a:rPr>
              <a:t> </a:t>
            </a:r>
            <a:r>
              <a:rPr lang="en-US" err="1">
                <a:ea typeface="+mn-lt"/>
                <a:cs typeface="+mn-lt"/>
              </a:rPr>
              <a:t>hệ</a:t>
            </a:r>
            <a:r>
              <a:rPr lang="en-US">
                <a:ea typeface="+mn-lt"/>
                <a:cs typeface="+mn-lt"/>
              </a:rPr>
              <a:t> </a:t>
            </a:r>
            <a:r>
              <a:rPr lang="en-US" err="1">
                <a:ea typeface="+mn-lt"/>
                <a:cs typeface="+mn-lt"/>
              </a:rPr>
              <a:t>thống</a:t>
            </a:r>
            <a:r>
              <a:rPr lang="en-US">
                <a:ea typeface="+mn-lt"/>
                <a:cs typeface="+mn-lt"/>
              </a:rPr>
              <a:t> </a:t>
            </a:r>
            <a:r>
              <a:rPr lang="en-US" err="1">
                <a:ea typeface="+mn-lt"/>
                <a:cs typeface="+mn-lt"/>
              </a:rPr>
              <a:t>vận</a:t>
            </a:r>
            <a:r>
              <a:rPr lang="en-US">
                <a:ea typeface="+mn-lt"/>
                <a:cs typeface="+mn-lt"/>
              </a:rPr>
              <a:t> </a:t>
            </a:r>
            <a:r>
              <a:rPr lang="en-US" err="1">
                <a:ea typeface="+mn-lt"/>
                <a:cs typeface="+mn-lt"/>
              </a:rPr>
              <a:t>hành</a:t>
            </a:r>
            <a:r>
              <a:rPr lang="en-US">
                <a:ea typeface="+mn-lt"/>
                <a:cs typeface="+mn-lt"/>
              </a:rPr>
              <a:t>.</a:t>
            </a:r>
            <a:endParaRPr lang="en-US"/>
          </a:p>
          <a:p>
            <a:br>
              <a:rPr lang="en-US"/>
            </a:br>
            <a:endParaRPr lang="en-US"/>
          </a:p>
          <a:p>
            <a:r>
              <a:rPr lang="en-US"/>
              <a:t>🎯 Ai </a:t>
            </a:r>
            <a:r>
              <a:rPr lang="en-US" err="1"/>
              <a:t>Phù</a:t>
            </a:r>
            <a:r>
              <a:rPr lang="en-US"/>
              <a:t> </a:t>
            </a:r>
            <a:r>
              <a:rPr lang="en-US" err="1"/>
              <a:t>Hợp</a:t>
            </a:r>
            <a:r>
              <a:rPr lang="en-US"/>
              <a:t>?</a:t>
            </a:r>
          </a:p>
          <a:p>
            <a:pPr marL="285750" indent="-285750">
              <a:buFont typeface="Arial"/>
              <a:buChar char="•"/>
            </a:pPr>
            <a:r>
              <a:rPr lang="en-US">
                <a:ea typeface="+mn-lt"/>
                <a:cs typeface="+mn-lt"/>
              </a:rPr>
              <a:t>Sales </a:t>
            </a:r>
            <a:r>
              <a:rPr lang="en-US" err="1">
                <a:ea typeface="+mn-lt"/>
                <a:cs typeface="+mn-lt"/>
              </a:rPr>
              <a:t>tự</a:t>
            </a:r>
            <a:r>
              <a:rPr lang="en-US">
                <a:ea typeface="+mn-lt"/>
                <a:cs typeface="+mn-lt"/>
              </a:rPr>
              <a:t> do</a:t>
            </a:r>
            <a:endParaRPr lang="en-US"/>
          </a:p>
          <a:p>
            <a:pPr marL="285750" indent="-285750">
              <a:buFont typeface="Arial"/>
              <a:buChar char="•"/>
            </a:pPr>
            <a:r>
              <a:rPr lang="en-US">
                <a:ea typeface="+mn-lt"/>
                <a:cs typeface="+mn-lt"/>
              </a:rPr>
              <a:t>Freelancer</a:t>
            </a:r>
            <a:endParaRPr lang="en-US"/>
          </a:p>
          <a:p>
            <a:pPr marL="285750" indent="-285750">
              <a:buFont typeface="Arial"/>
              <a:buChar char="•"/>
            </a:pPr>
            <a:r>
              <a:rPr lang="en-US" err="1">
                <a:ea typeface="+mn-lt"/>
                <a:cs typeface="+mn-lt"/>
              </a:rPr>
              <a:t>Giảng</a:t>
            </a:r>
            <a:r>
              <a:rPr lang="en-US">
                <a:ea typeface="+mn-lt"/>
                <a:cs typeface="+mn-lt"/>
              </a:rPr>
              <a:t> </a:t>
            </a:r>
            <a:r>
              <a:rPr lang="en-US" err="1">
                <a:ea typeface="+mn-lt"/>
                <a:cs typeface="+mn-lt"/>
              </a:rPr>
              <a:t>viên</a:t>
            </a:r>
            <a:r>
              <a:rPr lang="en-US">
                <a:ea typeface="+mn-lt"/>
                <a:cs typeface="+mn-lt"/>
              </a:rPr>
              <a:t> / </a:t>
            </a:r>
            <a:r>
              <a:rPr lang="en-US" err="1">
                <a:ea typeface="+mn-lt"/>
                <a:cs typeface="+mn-lt"/>
              </a:rPr>
              <a:t>kỹ</a:t>
            </a:r>
            <a:r>
              <a:rPr lang="en-US">
                <a:ea typeface="+mn-lt"/>
                <a:cs typeface="+mn-lt"/>
              </a:rPr>
              <a:t> </a:t>
            </a:r>
            <a:r>
              <a:rPr lang="en-US" err="1">
                <a:ea typeface="+mn-lt"/>
                <a:cs typeface="+mn-lt"/>
              </a:rPr>
              <a:t>sư</a:t>
            </a:r>
            <a:r>
              <a:rPr lang="en-US">
                <a:ea typeface="+mn-lt"/>
                <a:cs typeface="+mn-lt"/>
              </a:rPr>
              <a:t> </a:t>
            </a:r>
            <a:r>
              <a:rPr lang="en-US" err="1">
                <a:ea typeface="+mn-lt"/>
                <a:cs typeface="+mn-lt"/>
              </a:rPr>
              <a:t>có</a:t>
            </a:r>
            <a:r>
              <a:rPr lang="en-US">
                <a:ea typeface="+mn-lt"/>
                <a:cs typeface="+mn-lt"/>
              </a:rPr>
              <a:t> network</a:t>
            </a:r>
            <a:endParaRPr lang="en-US"/>
          </a:p>
          <a:p>
            <a:pPr marL="285750" indent="-285750">
              <a:buFont typeface="Arial"/>
              <a:buChar char="•"/>
            </a:pPr>
            <a:r>
              <a:rPr lang="en-US">
                <a:ea typeface="+mn-lt"/>
                <a:cs typeface="+mn-lt"/>
              </a:rPr>
              <a:t>Agency </a:t>
            </a:r>
            <a:r>
              <a:rPr lang="en-US" err="1">
                <a:ea typeface="+mn-lt"/>
                <a:cs typeface="+mn-lt"/>
              </a:rPr>
              <a:t>nhỏ</a:t>
            </a:r>
            <a:endParaRPr lang="en-US" err="1"/>
          </a:p>
          <a:p>
            <a:pPr marL="285750" indent="-285750">
              <a:buFont typeface="Arial"/>
              <a:buChar char="•"/>
            </a:pPr>
            <a:r>
              <a:rPr lang="en-US" err="1">
                <a:ea typeface="+mn-lt"/>
                <a:cs typeface="+mn-lt"/>
              </a:rPr>
              <a:t>Người</a:t>
            </a:r>
            <a:r>
              <a:rPr lang="en-US">
                <a:ea typeface="+mn-lt"/>
                <a:cs typeface="+mn-lt"/>
              </a:rPr>
              <a:t> </a:t>
            </a:r>
            <a:r>
              <a:rPr lang="en-US" err="1">
                <a:ea typeface="+mn-lt"/>
                <a:cs typeface="+mn-lt"/>
              </a:rPr>
              <a:t>có</a:t>
            </a:r>
            <a:r>
              <a:rPr lang="en-US">
                <a:ea typeface="+mn-lt"/>
                <a:cs typeface="+mn-lt"/>
              </a:rPr>
              <a:t> </a:t>
            </a:r>
            <a:r>
              <a:rPr lang="en-US" err="1">
                <a:ea typeface="+mn-lt"/>
                <a:cs typeface="+mn-lt"/>
              </a:rPr>
              <a:t>cộng</a:t>
            </a:r>
            <a:r>
              <a:rPr lang="en-US">
                <a:ea typeface="+mn-lt"/>
                <a:cs typeface="+mn-lt"/>
              </a:rPr>
              <a:t> </a:t>
            </a:r>
            <a:r>
              <a:rPr lang="en-US" err="1">
                <a:ea typeface="+mn-lt"/>
                <a:cs typeface="+mn-lt"/>
              </a:rPr>
              <a:t>đồng</a:t>
            </a:r>
            <a:r>
              <a:rPr lang="en-US">
                <a:ea typeface="+mn-lt"/>
                <a:cs typeface="+mn-lt"/>
              </a:rPr>
              <a:t> </a:t>
            </a:r>
            <a:r>
              <a:rPr lang="en-US" err="1">
                <a:ea typeface="+mn-lt"/>
                <a:cs typeface="+mn-lt"/>
              </a:rPr>
              <a:t>kỹ</a:t>
            </a:r>
            <a:r>
              <a:rPr lang="en-US">
                <a:ea typeface="+mn-lt"/>
                <a:cs typeface="+mn-lt"/>
              </a:rPr>
              <a:t> </a:t>
            </a:r>
            <a:r>
              <a:rPr lang="en-US" err="1">
                <a:ea typeface="+mn-lt"/>
                <a:cs typeface="+mn-lt"/>
              </a:rPr>
              <a:t>thuật</a:t>
            </a:r>
            <a:r>
              <a:rPr lang="en-US">
                <a:ea typeface="+mn-lt"/>
                <a:cs typeface="+mn-lt"/>
              </a:rPr>
              <a:t> / digital</a:t>
            </a:r>
            <a:endParaRPr lang="en-US"/>
          </a:p>
          <a:p>
            <a:pPr marL="285750" indent="-285750">
              <a:buFont typeface="Arial"/>
              <a:buChar char="•"/>
            </a:pPr>
            <a:r>
              <a:rPr lang="en-US" err="1">
                <a:ea typeface="+mn-lt"/>
                <a:cs typeface="+mn-lt"/>
              </a:rPr>
              <a:t>Bất</a:t>
            </a:r>
            <a:r>
              <a:rPr lang="en-US">
                <a:ea typeface="+mn-lt"/>
                <a:cs typeface="+mn-lt"/>
              </a:rPr>
              <a:t> </a:t>
            </a:r>
            <a:r>
              <a:rPr lang="en-US" err="1">
                <a:ea typeface="+mn-lt"/>
                <a:cs typeface="+mn-lt"/>
              </a:rPr>
              <a:t>kỳ</a:t>
            </a:r>
            <a:r>
              <a:rPr lang="en-US">
                <a:ea typeface="+mn-lt"/>
                <a:cs typeface="+mn-lt"/>
              </a:rPr>
              <a:t> ai </a:t>
            </a:r>
            <a:r>
              <a:rPr lang="en-US" err="1">
                <a:ea typeface="+mn-lt"/>
                <a:cs typeface="+mn-lt"/>
              </a:rPr>
              <a:t>muốn</a:t>
            </a:r>
            <a:r>
              <a:rPr lang="en-US">
                <a:ea typeface="+mn-lt"/>
                <a:cs typeface="+mn-lt"/>
              </a:rPr>
              <a:t> </a:t>
            </a:r>
            <a:r>
              <a:rPr lang="en-US" err="1">
                <a:ea typeface="+mn-lt"/>
                <a:cs typeface="+mn-lt"/>
              </a:rPr>
              <a:t>tạo</a:t>
            </a:r>
            <a:r>
              <a:rPr lang="en-US">
                <a:ea typeface="+mn-lt"/>
                <a:cs typeface="+mn-lt"/>
              </a:rPr>
              <a:t> </a:t>
            </a:r>
            <a:r>
              <a:rPr lang="en-US" err="1">
                <a:ea typeface="+mn-lt"/>
                <a:cs typeface="+mn-lt"/>
              </a:rPr>
              <a:t>thêm</a:t>
            </a:r>
            <a:r>
              <a:rPr lang="en-US">
                <a:ea typeface="+mn-lt"/>
                <a:cs typeface="+mn-lt"/>
              </a:rPr>
              <a:t> </a:t>
            </a:r>
            <a:r>
              <a:rPr lang="en-US" err="1">
                <a:ea typeface="+mn-lt"/>
                <a:cs typeface="+mn-lt"/>
              </a:rPr>
              <a:t>nguồn</a:t>
            </a:r>
            <a:r>
              <a:rPr lang="en-US">
                <a:ea typeface="+mn-lt"/>
                <a:cs typeface="+mn-lt"/>
              </a:rPr>
              <a:t> </a:t>
            </a:r>
            <a:r>
              <a:rPr lang="en-US" err="1">
                <a:ea typeface="+mn-lt"/>
                <a:cs typeface="+mn-lt"/>
              </a:rPr>
              <a:t>thu</a:t>
            </a:r>
            <a:r>
              <a:rPr lang="en-US">
                <a:ea typeface="+mn-lt"/>
                <a:cs typeface="+mn-lt"/>
              </a:rPr>
              <a:t> </a:t>
            </a:r>
            <a:r>
              <a:rPr lang="en-US" err="1">
                <a:ea typeface="+mn-lt"/>
                <a:cs typeface="+mn-lt"/>
              </a:rPr>
              <a:t>nhập</a:t>
            </a:r>
            <a:r>
              <a:rPr lang="en-US">
                <a:ea typeface="+mn-lt"/>
                <a:cs typeface="+mn-lt"/>
              </a:rPr>
              <a:t> </a:t>
            </a:r>
            <a:r>
              <a:rPr lang="en-US" err="1">
                <a:ea typeface="+mn-lt"/>
                <a:cs typeface="+mn-lt"/>
              </a:rPr>
              <a:t>chuyên</a:t>
            </a:r>
            <a:r>
              <a:rPr lang="en-US">
                <a:ea typeface="+mn-lt"/>
                <a:cs typeface="+mn-lt"/>
              </a:rPr>
              <a:t> </a:t>
            </a:r>
            <a:r>
              <a:rPr lang="en-US" err="1">
                <a:ea typeface="+mn-lt"/>
                <a:cs typeface="+mn-lt"/>
              </a:rPr>
              <a:t>nghiệp</a:t>
            </a:r>
            <a:endParaRPr lang="en-US" err="1"/>
          </a:p>
          <a:p>
            <a:br>
              <a:rPr lang="en-US"/>
            </a:br>
            <a:endParaRPr lang="en-US"/>
          </a:p>
          <a:p>
            <a:r>
              <a:rPr lang="en-US"/>
              <a:t>📊 Cam </a:t>
            </a:r>
            <a:r>
              <a:rPr lang="en-US" err="1"/>
              <a:t>Kết</a:t>
            </a:r>
            <a:r>
              <a:rPr lang="en-US"/>
              <a:t> Minh Bạch</a:t>
            </a:r>
          </a:p>
          <a:p>
            <a:pPr marL="285750" indent="-285750">
              <a:buFont typeface="Arial"/>
              <a:buChar char="•"/>
            </a:pPr>
            <a:r>
              <a:rPr lang="en-US" err="1">
                <a:ea typeface="+mn-lt"/>
                <a:cs typeface="+mn-lt"/>
              </a:rPr>
              <a:t>Mỗi</a:t>
            </a:r>
            <a:r>
              <a:rPr lang="en-US">
                <a:ea typeface="+mn-lt"/>
                <a:cs typeface="+mn-lt"/>
              </a:rPr>
              <a:t> </a:t>
            </a:r>
            <a:r>
              <a:rPr lang="en-US" err="1">
                <a:ea typeface="+mn-lt"/>
                <a:cs typeface="+mn-lt"/>
              </a:rPr>
              <a:t>khách</a:t>
            </a:r>
            <a:r>
              <a:rPr lang="en-US">
                <a:ea typeface="+mn-lt"/>
                <a:cs typeface="+mn-lt"/>
              </a:rPr>
              <a:t> </a:t>
            </a:r>
            <a:r>
              <a:rPr lang="en-US" err="1">
                <a:ea typeface="+mn-lt"/>
                <a:cs typeface="+mn-lt"/>
              </a:rPr>
              <a:t>hàng</a:t>
            </a:r>
            <a:r>
              <a:rPr lang="en-US">
                <a:ea typeface="+mn-lt"/>
                <a:cs typeface="+mn-lt"/>
              </a:rPr>
              <a:t> </a:t>
            </a:r>
            <a:r>
              <a:rPr lang="en-US" err="1">
                <a:ea typeface="+mn-lt"/>
                <a:cs typeface="+mn-lt"/>
              </a:rPr>
              <a:t>đều</a:t>
            </a:r>
            <a:r>
              <a:rPr lang="en-US">
                <a:ea typeface="+mn-lt"/>
                <a:cs typeface="+mn-lt"/>
              </a:rPr>
              <a:t> </a:t>
            </a:r>
            <a:r>
              <a:rPr lang="en-US" err="1">
                <a:ea typeface="+mn-lt"/>
                <a:cs typeface="+mn-lt"/>
              </a:rPr>
              <a:t>được</a:t>
            </a:r>
            <a:r>
              <a:rPr lang="en-US">
                <a:ea typeface="+mn-lt"/>
                <a:cs typeface="+mn-lt"/>
              </a:rPr>
              <a:t> </a:t>
            </a:r>
            <a:r>
              <a:rPr lang="en-US" err="1">
                <a:ea typeface="+mn-lt"/>
                <a:cs typeface="+mn-lt"/>
              </a:rPr>
              <a:t>ghi</a:t>
            </a:r>
            <a:r>
              <a:rPr lang="en-US">
                <a:ea typeface="+mn-lt"/>
                <a:cs typeface="+mn-lt"/>
              </a:rPr>
              <a:t> </a:t>
            </a:r>
            <a:r>
              <a:rPr lang="en-US" err="1">
                <a:ea typeface="+mn-lt"/>
                <a:cs typeface="+mn-lt"/>
              </a:rPr>
              <a:t>nhận</a:t>
            </a:r>
            <a:r>
              <a:rPr lang="en-US">
                <a:ea typeface="+mn-lt"/>
                <a:cs typeface="+mn-lt"/>
              </a:rPr>
              <a:t> </a:t>
            </a:r>
            <a:r>
              <a:rPr lang="en-US" err="1">
                <a:ea typeface="+mn-lt"/>
                <a:cs typeface="+mn-lt"/>
              </a:rPr>
              <a:t>rõ</a:t>
            </a:r>
            <a:r>
              <a:rPr lang="en-US">
                <a:ea typeface="+mn-lt"/>
                <a:cs typeface="+mn-lt"/>
              </a:rPr>
              <a:t> </a:t>
            </a:r>
            <a:r>
              <a:rPr lang="en-US" err="1">
                <a:ea typeface="+mn-lt"/>
                <a:cs typeface="+mn-lt"/>
              </a:rPr>
              <a:t>nguồn</a:t>
            </a:r>
            <a:r>
              <a:rPr lang="en-US">
                <a:ea typeface="+mn-lt"/>
                <a:cs typeface="+mn-lt"/>
              </a:rPr>
              <a:t> </a:t>
            </a:r>
            <a:r>
              <a:rPr lang="en-US" err="1">
                <a:ea typeface="+mn-lt"/>
                <a:cs typeface="+mn-lt"/>
              </a:rPr>
              <a:t>giới</a:t>
            </a:r>
            <a:r>
              <a:rPr lang="en-US">
                <a:ea typeface="+mn-lt"/>
                <a:cs typeface="+mn-lt"/>
              </a:rPr>
              <a:t> </a:t>
            </a:r>
            <a:r>
              <a:rPr lang="en-US" err="1">
                <a:ea typeface="+mn-lt"/>
                <a:cs typeface="+mn-lt"/>
              </a:rPr>
              <a:t>thiệu</a:t>
            </a:r>
            <a:endParaRPr lang="en-US" err="1"/>
          </a:p>
          <a:p>
            <a:pPr marL="285750" indent="-285750">
              <a:buFont typeface="Arial"/>
              <a:buChar char="•"/>
            </a:pPr>
            <a:r>
              <a:rPr lang="en-US" err="1">
                <a:ea typeface="+mn-lt"/>
                <a:cs typeface="+mn-lt"/>
              </a:rPr>
              <a:t>Tính</a:t>
            </a:r>
            <a:r>
              <a:rPr lang="en-US">
                <a:ea typeface="+mn-lt"/>
                <a:cs typeface="+mn-lt"/>
              </a:rPr>
              <a:t> </a:t>
            </a:r>
            <a:r>
              <a:rPr lang="en-US" err="1">
                <a:ea typeface="+mn-lt"/>
                <a:cs typeface="+mn-lt"/>
              </a:rPr>
              <a:t>toán</a:t>
            </a:r>
            <a:r>
              <a:rPr lang="en-US">
                <a:ea typeface="+mn-lt"/>
                <a:cs typeface="+mn-lt"/>
              </a:rPr>
              <a:t> </a:t>
            </a:r>
            <a:r>
              <a:rPr lang="en-US" err="1">
                <a:ea typeface="+mn-lt"/>
                <a:cs typeface="+mn-lt"/>
              </a:rPr>
              <a:t>hoa</a:t>
            </a:r>
            <a:r>
              <a:rPr lang="en-US">
                <a:ea typeface="+mn-lt"/>
                <a:cs typeface="+mn-lt"/>
              </a:rPr>
              <a:t> </a:t>
            </a:r>
            <a:r>
              <a:rPr lang="en-US" err="1">
                <a:ea typeface="+mn-lt"/>
                <a:cs typeface="+mn-lt"/>
              </a:rPr>
              <a:t>hồng</a:t>
            </a:r>
            <a:r>
              <a:rPr lang="en-US">
                <a:ea typeface="+mn-lt"/>
                <a:cs typeface="+mn-lt"/>
              </a:rPr>
              <a:t> </a:t>
            </a:r>
            <a:r>
              <a:rPr lang="en-US" err="1">
                <a:ea typeface="+mn-lt"/>
                <a:cs typeface="+mn-lt"/>
              </a:rPr>
              <a:t>rõ</a:t>
            </a:r>
            <a:r>
              <a:rPr lang="en-US">
                <a:ea typeface="+mn-lt"/>
                <a:cs typeface="+mn-lt"/>
              </a:rPr>
              <a:t> </a:t>
            </a:r>
            <a:r>
              <a:rPr lang="en-US" err="1">
                <a:ea typeface="+mn-lt"/>
                <a:cs typeface="+mn-lt"/>
              </a:rPr>
              <a:t>ràng</a:t>
            </a:r>
            <a:endParaRPr lang="en-US" err="1"/>
          </a:p>
          <a:p>
            <a:pPr marL="285750" indent="-285750">
              <a:buFont typeface="Arial"/>
              <a:buChar char="•"/>
            </a:pPr>
            <a:r>
              <a:rPr lang="en-US">
                <a:ea typeface="+mn-lt"/>
                <a:cs typeface="+mn-lt"/>
              </a:rPr>
              <a:t>Báo </a:t>
            </a:r>
            <a:r>
              <a:rPr lang="en-US" err="1">
                <a:ea typeface="+mn-lt"/>
                <a:cs typeface="+mn-lt"/>
              </a:rPr>
              <a:t>cáo</a:t>
            </a:r>
            <a:r>
              <a:rPr lang="en-US">
                <a:ea typeface="+mn-lt"/>
                <a:cs typeface="+mn-lt"/>
              </a:rPr>
              <a:t> </a:t>
            </a:r>
            <a:r>
              <a:rPr lang="en-US" err="1">
                <a:ea typeface="+mn-lt"/>
                <a:cs typeface="+mn-lt"/>
              </a:rPr>
              <a:t>nội</a:t>
            </a:r>
            <a:r>
              <a:rPr lang="en-US">
                <a:ea typeface="+mn-lt"/>
                <a:cs typeface="+mn-lt"/>
              </a:rPr>
              <a:t> </a:t>
            </a:r>
            <a:r>
              <a:rPr lang="en-US" err="1">
                <a:ea typeface="+mn-lt"/>
                <a:cs typeface="+mn-lt"/>
              </a:rPr>
              <a:t>bộ</a:t>
            </a:r>
            <a:r>
              <a:rPr lang="en-US">
                <a:ea typeface="+mn-lt"/>
                <a:cs typeface="+mn-lt"/>
              </a:rPr>
              <a:t> &amp; </a:t>
            </a:r>
            <a:r>
              <a:rPr lang="en-US" err="1">
                <a:ea typeface="+mn-lt"/>
                <a:cs typeface="+mn-lt"/>
              </a:rPr>
              <a:t>đánh</a:t>
            </a:r>
            <a:r>
              <a:rPr lang="en-US">
                <a:ea typeface="+mn-lt"/>
                <a:cs typeface="+mn-lt"/>
              </a:rPr>
              <a:t> </a:t>
            </a:r>
            <a:r>
              <a:rPr lang="en-US" err="1">
                <a:ea typeface="+mn-lt"/>
                <a:cs typeface="+mn-lt"/>
              </a:rPr>
              <a:t>giá</a:t>
            </a:r>
            <a:r>
              <a:rPr lang="en-US">
                <a:ea typeface="+mn-lt"/>
                <a:cs typeface="+mn-lt"/>
              </a:rPr>
              <a:t> </a:t>
            </a:r>
            <a:r>
              <a:rPr lang="en-US" err="1">
                <a:ea typeface="+mn-lt"/>
                <a:cs typeface="+mn-lt"/>
              </a:rPr>
              <a:t>định</a:t>
            </a:r>
            <a:r>
              <a:rPr lang="en-US">
                <a:ea typeface="+mn-lt"/>
                <a:cs typeface="+mn-lt"/>
              </a:rPr>
              <a:t> </a:t>
            </a:r>
            <a:r>
              <a:rPr lang="en-US" err="1">
                <a:ea typeface="+mn-lt"/>
                <a:cs typeface="+mn-lt"/>
              </a:rPr>
              <a:t>kỳ</a:t>
            </a:r>
            <a:endParaRPr lang="en-US" err="1"/>
          </a:p>
          <a:p>
            <a:pPr marL="285750" indent="-285750">
              <a:buFont typeface="Arial"/>
              <a:buChar char="•"/>
            </a:pPr>
            <a:r>
              <a:rPr lang="en-US" err="1">
                <a:ea typeface="+mn-lt"/>
                <a:cs typeface="+mn-lt"/>
              </a:rPr>
              <a:t>Hợp</a:t>
            </a:r>
            <a:r>
              <a:rPr lang="en-US">
                <a:ea typeface="+mn-lt"/>
                <a:cs typeface="+mn-lt"/>
              </a:rPr>
              <a:t> </a:t>
            </a:r>
            <a:r>
              <a:rPr lang="en-US" err="1">
                <a:ea typeface="+mn-lt"/>
                <a:cs typeface="+mn-lt"/>
              </a:rPr>
              <a:t>tác</a:t>
            </a:r>
            <a:r>
              <a:rPr lang="en-US">
                <a:ea typeface="+mn-lt"/>
                <a:cs typeface="+mn-lt"/>
              </a:rPr>
              <a:t> </a:t>
            </a:r>
            <a:r>
              <a:rPr lang="en-US" err="1">
                <a:ea typeface="+mn-lt"/>
                <a:cs typeface="+mn-lt"/>
              </a:rPr>
              <a:t>lâu</a:t>
            </a:r>
            <a:r>
              <a:rPr lang="en-US">
                <a:ea typeface="+mn-lt"/>
                <a:cs typeface="+mn-lt"/>
              </a:rPr>
              <a:t> </a:t>
            </a:r>
            <a:r>
              <a:rPr lang="en-US" err="1">
                <a:ea typeface="+mn-lt"/>
                <a:cs typeface="+mn-lt"/>
              </a:rPr>
              <a:t>dài</a:t>
            </a:r>
            <a:r>
              <a:rPr lang="en-US">
                <a:ea typeface="+mn-lt"/>
                <a:cs typeface="+mn-lt"/>
              </a:rPr>
              <a:t> – </a:t>
            </a:r>
            <a:r>
              <a:rPr lang="en-US" err="1">
                <a:ea typeface="+mn-lt"/>
                <a:cs typeface="+mn-lt"/>
              </a:rPr>
              <a:t>phát</a:t>
            </a:r>
            <a:r>
              <a:rPr lang="en-US">
                <a:ea typeface="+mn-lt"/>
                <a:cs typeface="+mn-lt"/>
              </a:rPr>
              <a:t> </a:t>
            </a:r>
            <a:r>
              <a:rPr lang="en-US" err="1">
                <a:ea typeface="+mn-lt"/>
                <a:cs typeface="+mn-lt"/>
              </a:rPr>
              <a:t>triển</a:t>
            </a:r>
            <a:r>
              <a:rPr lang="en-US">
                <a:ea typeface="+mn-lt"/>
                <a:cs typeface="+mn-lt"/>
              </a:rPr>
              <a:t> </a:t>
            </a:r>
            <a:r>
              <a:rPr lang="en-US" err="1">
                <a:ea typeface="+mn-lt"/>
                <a:cs typeface="+mn-lt"/>
              </a:rPr>
              <a:t>bền</a:t>
            </a:r>
            <a:r>
              <a:rPr lang="en-US">
                <a:ea typeface="+mn-lt"/>
                <a:cs typeface="+mn-lt"/>
              </a:rPr>
              <a:t> </a:t>
            </a:r>
            <a:r>
              <a:rPr lang="en-US" err="1">
                <a:ea typeface="+mn-lt"/>
                <a:cs typeface="+mn-lt"/>
              </a:rPr>
              <a:t>vững</a:t>
            </a:r>
            <a:endParaRPr lang="en-US" err="1"/>
          </a:p>
          <a:p>
            <a:br>
              <a:rPr lang="en-US"/>
            </a:br>
            <a:endParaRPr lang="en-US"/>
          </a:p>
          <a:p>
            <a:r>
              <a:rPr lang="en-US"/>
              <a:t>🤝 </a:t>
            </a:r>
            <a:r>
              <a:rPr lang="en-US" err="1"/>
              <a:t>Trở</a:t>
            </a:r>
            <a:r>
              <a:rPr lang="en-US"/>
              <a:t> Thành </a:t>
            </a:r>
            <a:r>
              <a:rPr lang="en-US" err="1"/>
              <a:t>Đối</a:t>
            </a:r>
            <a:r>
              <a:rPr lang="en-US"/>
              <a:t> </a:t>
            </a:r>
            <a:r>
              <a:rPr lang="en-US" err="1"/>
              <a:t>Tác</a:t>
            </a:r>
            <a:r>
              <a:rPr lang="en-US"/>
              <a:t> Ngay </a:t>
            </a:r>
            <a:r>
              <a:rPr lang="en-US" err="1"/>
              <a:t>Hôm</a:t>
            </a:r>
            <a:r>
              <a:rPr lang="en-US"/>
              <a:t> Nay</a:t>
            </a:r>
          </a:p>
          <a:p>
            <a:r>
              <a:rPr lang="en-US" err="1">
                <a:ea typeface="+mn-lt"/>
                <a:cs typeface="+mn-lt"/>
              </a:rPr>
              <a:t>Cơ</a:t>
            </a:r>
            <a:r>
              <a:rPr lang="en-US">
                <a:ea typeface="+mn-lt"/>
                <a:cs typeface="+mn-lt"/>
              </a:rPr>
              <a:t> </a:t>
            </a:r>
            <a:r>
              <a:rPr lang="en-US" err="1">
                <a:ea typeface="+mn-lt"/>
                <a:cs typeface="+mn-lt"/>
              </a:rPr>
              <a:t>hội</a:t>
            </a:r>
            <a:r>
              <a:rPr lang="en-US">
                <a:ea typeface="+mn-lt"/>
                <a:cs typeface="+mn-lt"/>
              </a:rPr>
              <a:t> </a:t>
            </a:r>
            <a:r>
              <a:rPr lang="en-US" err="1">
                <a:ea typeface="+mn-lt"/>
                <a:cs typeface="+mn-lt"/>
              </a:rPr>
              <a:t>không</a:t>
            </a:r>
            <a:r>
              <a:rPr lang="en-US">
                <a:ea typeface="+mn-lt"/>
                <a:cs typeface="+mn-lt"/>
              </a:rPr>
              <a:t> </a:t>
            </a:r>
            <a:r>
              <a:rPr lang="en-US" err="1">
                <a:ea typeface="+mn-lt"/>
                <a:cs typeface="+mn-lt"/>
              </a:rPr>
              <a:t>dành</a:t>
            </a:r>
            <a:r>
              <a:rPr lang="en-US">
                <a:ea typeface="+mn-lt"/>
                <a:cs typeface="+mn-lt"/>
              </a:rPr>
              <a:t> </a:t>
            </a:r>
            <a:r>
              <a:rPr lang="en-US" err="1">
                <a:ea typeface="+mn-lt"/>
                <a:cs typeface="+mn-lt"/>
              </a:rPr>
              <a:t>cho</a:t>
            </a:r>
            <a:r>
              <a:rPr lang="en-US">
                <a:ea typeface="+mn-lt"/>
                <a:cs typeface="+mn-lt"/>
              </a:rPr>
              <a:t> </a:t>
            </a:r>
            <a:r>
              <a:rPr lang="en-US" err="1">
                <a:ea typeface="+mn-lt"/>
                <a:cs typeface="+mn-lt"/>
              </a:rPr>
              <a:t>người</a:t>
            </a:r>
            <a:r>
              <a:rPr lang="en-US">
                <a:ea typeface="+mn-lt"/>
                <a:cs typeface="+mn-lt"/>
              </a:rPr>
              <a:t> </a:t>
            </a:r>
            <a:r>
              <a:rPr lang="en-US" err="1">
                <a:ea typeface="+mn-lt"/>
                <a:cs typeface="+mn-lt"/>
              </a:rPr>
              <a:t>chờ</a:t>
            </a:r>
            <a:r>
              <a:rPr lang="en-US">
                <a:ea typeface="+mn-lt"/>
                <a:cs typeface="+mn-lt"/>
              </a:rPr>
              <a:t> </a:t>
            </a:r>
            <a:r>
              <a:rPr lang="en-US" err="1">
                <a:ea typeface="+mn-lt"/>
                <a:cs typeface="+mn-lt"/>
              </a:rPr>
              <a:t>đợi</a:t>
            </a:r>
            <a:r>
              <a:rPr lang="en-US">
                <a:ea typeface="+mn-lt"/>
                <a:cs typeface="+mn-lt"/>
              </a:rPr>
              <a:t>.</a:t>
            </a:r>
            <a:br>
              <a:rPr lang="en-US">
                <a:ea typeface="+mn-lt"/>
                <a:cs typeface="+mn-lt"/>
              </a:rPr>
            </a:br>
            <a:r>
              <a:rPr lang="en-US">
                <a:ea typeface="+mn-lt"/>
                <a:cs typeface="+mn-lt"/>
              </a:rPr>
              <a:t> </a:t>
            </a:r>
            <a:r>
              <a:rPr lang="en-US" err="1">
                <a:ea typeface="+mn-lt"/>
                <a:cs typeface="+mn-lt"/>
              </a:rPr>
              <a:t>Nếu</a:t>
            </a:r>
            <a:r>
              <a:rPr lang="en-US">
                <a:ea typeface="+mn-lt"/>
                <a:cs typeface="+mn-lt"/>
              </a:rPr>
              <a:t> </a:t>
            </a:r>
            <a:r>
              <a:rPr lang="en-US" err="1">
                <a:ea typeface="+mn-lt"/>
                <a:cs typeface="+mn-lt"/>
              </a:rPr>
              <a:t>bạn</a:t>
            </a:r>
            <a:r>
              <a:rPr lang="en-US">
                <a:ea typeface="+mn-lt"/>
                <a:cs typeface="+mn-lt"/>
              </a:rPr>
              <a:t> </a:t>
            </a:r>
            <a:r>
              <a:rPr lang="en-US" err="1">
                <a:ea typeface="+mn-lt"/>
                <a:cs typeface="+mn-lt"/>
              </a:rPr>
              <a:t>có</a:t>
            </a:r>
            <a:r>
              <a:rPr lang="en-US">
                <a:ea typeface="+mn-lt"/>
                <a:cs typeface="+mn-lt"/>
              </a:rPr>
              <a:t> </a:t>
            </a:r>
            <a:r>
              <a:rPr lang="en-US" err="1">
                <a:ea typeface="+mn-lt"/>
                <a:cs typeface="+mn-lt"/>
              </a:rPr>
              <a:t>khách</a:t>
            </a:r>
            <a:r>
              <a:rPr lang="en-US">
                <a:ea typeface="+mn-lt"/>
                <a:cs typeface="+mn-lt"/>
              </a:rPr>
              <a:t> </a:t>
            </a:r>
            <a:r>
              <a:rPr lang="en-US" err="1">
                <a:ea typeface="+mn-lt"/>
                <a:cs typeface="+mn-lt"/>
              </a:rPr>
              <a:t>hàng</a:t>
            </a:r>
            <a:r>
              <a:rPr lang="en-US">
                <a:ea typeface="+mn-lt"/>
                <a:cs typeface="+mn-lt"/>
              </a:rPr>
              <a:t> – </a:t>
            </a:r>
            <a:r>
              <a:rPr lang="en-US" err="1">
                <a:ea typeface="+mn-lt"/>
                <a:cs typeface="+mn-lt"/>
              </a:rPr>
              <a:t>bạn</a:t>
            </a:r>
            <a:r>
              <a:rPr lang="en-US">
                <a:ea typeface="+mn-lt"/>
                <a:cs typeface="+mn-lt"/>
              </a:rPr>
              <a:t> </a:t>
            </a:r>
            <a:r>
              <a:rPr lang="en-US" err="1">
                <a:ea typeface="+mn-lt"/>
                <a:cs typeface="+mn-lt"/>
              </a:rPr>
              <a:t>có</a:t>
            </a:r>
            <a:r>
              <a:rPr lang="en-US">
                <a:ea typeface="+mn-lt"/>
                <a:cs typeface="+mn-lt"/>
              </a:rPr>
              <a:t> </a:t>
            </a:r>
            <a:r>
              <a:rPr lang="en-US" err="1">
                <a:ea typeface="+mn-lt"/>
                <a:cs typeface="+mn-lt"/>
              </a:rPr>
              <a:t>thu</a:t>
            </a:r>
            <a:r>
              <a:rPr lang="en-US">
                <a:ea typeface="+mn-lt"/>
                <a:cs typeface="+mn-lt"/>
              </a:rPr>
              <a:t> </a:t>
            </a:r>
            <a:r>
              <a:rPr lang="en-US" err="1">
                <a:ea typeface="+mn-lt"/>
                <a:cs typeface="+mn-lt"/>
              </a:rPr>
              <a:t>nhập</a:t>
            </a:r>
            <a:r>
              <a:rPr lang="en-US">
                <a:ea typeface="+mn-lt"/>
                <a:cs typeface="+mn-lt"/>
              </a:rPr>
              <a:t>.</a:t>
            </a:r>
            <a:endParaRPr lang="en-US"/>
          </a:p>
          <a:p>
            <a:r>
              <a:rPr lang="en-US">
                <a:ea typeface="+mn-lt"/>
                <a:cs typeface="+mn-lt"/>
              </a:rPr>
              <a:t>👉 </a:t>
            </a:r>
            <a:r>
              <a:rPr lang="en-US" err="1">
                <a:ea typeface="+mn-lt"/>
                <a:cs typeface="+mn-lt"/>
              </a:rPr>
              <a:t>Điền</a:t>
            </a:r>
            <a:r>
              <a:rPr lang="en-US">
                <a:ea typeface="+mn-lt"/>
                <a:cs typeface="+mn-lt"/>
              </a:rPr>
              <a:t> form </a:t>
            </a:r>
            <a:r>
              <a:rPr lang="en-US" err="1">
                <a:ea typeface="+mn-lt"/>
                <a:cs typeface="+mn-lt"/>
              </a:rPr>
              <a:t>ngay</a:t>
            </a:r>
            <a:br>
              <a:rPr lang="en-US">
                <a:ea typeface="+mn-lt"/>
                <a:cs typeface="+mn-lt"/>
              </a:rPr>
            </a:br>
            <a:r>
              <a:rPr lang="en-US">
                <a:ea typeface="+mn-lt"/>
                <a:cs typeface="+mn-lt"/>
              </a:rPr>
              <a:t> 👉 </a:t>
            </a:r>
            <a:r>
              <a:rPr lang="en-US" err="1">
                <a:ea typeface="+mn-lt"/>
                <a:cs typeface="+mn-lt"/>
              </a:rPr>
              <a:t>Kết</a:t>
            </a:r>
            <a:r>
              <a:rPr lang="en-US">
                <a:ea typeface="+mn-lt"/>
                <a:cs typeface="+mn-lt"/>
              </a:rPr>
              <a:t> </a:t>
            </a:r>
            <a:r>
              <a:rPr lang="en-US" err="1">
                <a:ea typeface="+mn-lt"/>
                <a:cs typeface="+mn-lt"/>
              </a:rPr>
              <a:t>nối</a:t>
            </a:r>
            <a:r>
              <a:rPr lang="en-US">
                <a:ea typeface="+mn-lt"/>
                <a:cs typeface="+mn-lt"/>
              </a:rPr>
              <a:t> </a:t>
            </a:r>
            <a:r>
              <a:rPr lang="en-US" err="1">
                <a:ea typeface="+mn-lt"/>
                <a:cs typeface="+mn-lt"/>
              </a:rPr>
              <a:t>ngay</a:t>
            </a:r>
            <a:br>
              <a:rPr lang="en-US">
                <a:ea typeface="+mn-lt"/>
                <a:cs typeface="+mn-lt"/>
              </a:rPr>
            </a:br>
            <a:r>
              <a:rPr lang="en-US">
                <a:ea typeface="+mn-lt"/>
                <a:cs typeface="+mn-lt"/>
              </a:rPr>
              <a:t> 👉 </a:t>
            </a:r>
            <a:r>
              <a:rPr lang="en-US" err="1">
                <a:ea typeface="+mn-lt"/>
                <a:cs typeface="+mn-lt"/>
              </a:rPr>
              <a:t>Bắt</a:t>
            </a:r>
            <a:r>
              <a:rPr lang="en-US">
                <a:ea typeface="+mn-lt"/>
                <a:cs typeface="+mn-lt"/>
              </a:rPr>
              <a:t> </a:t>
            </a:r>
            <a:r>
              <a:rPr lang="en-US" err="1">
                <a:ea typeface="+mn-lt"/>
                <a:cs typeface="+mn-lt"/>
              </a:rPr>
              <a:t>đầu</a:t>
            </a:r>
            <a:r>
              <a:rPr lang="en-US">
                <a:ea typeface="+mn-lt"/>
                <a:cs typeface="+mn-lt"/>
              </a:rPr>
              <a:t> </a:t>
            </a:r>
            <a:r>
              <a:rPr lang="en-US" err="1">
                <a:ea typeface="+mn-lt"/>
                <a:cs typeface="+mn-lt"/>
              </a:rPr>
              <a:t>kiếm</a:t>
            </a:r>
            <a:r>
              <a:rPr lang="en-US">
                <a:ea typeface="+mn-lt"/>
                <a:cs typeface="+mn-lt"/>
              </a:rPr>
              <a:t> </a:t>
            </a:r>
            <a:r>
              <a:rPr lang="en-US" err="1">
                <a:ea typeface="+mn-lt"/>
                <a:cs typeface="+mn-lt"/>
              </a:rPr>
              <a:t>tiền</a:t>
            </a:r>
            <a:r>
              <a:rPr lang="en-US">
                <a:ea typeface="+mn-lt"/>
                <a:cs typeface="+mn-lt"/>
              </a:rPr>
              <a:t> </a:t>
            </a:r>
            <a:r>
              <a:rPr lang="en-US" err="1">
                <a:ea typeface="+mn-lt"/>
                <a:cs typeface="+mn-lt"/>
              </a:rPr>
              <a:t>cùng</a:t>
            </a:r>
            <a:r>
              <a:rPr lang="en-US">
                <a:ea typeface="+mn-lt"/>
                <a:cs typeface="+mn-lt"/>
              </a:rPr>
              <a:t> CSD</a:t>
            </a:r>
            <a:endParaRPr lang="en-US"/>
          </a:p>
          <a:p>
            <a:endParaRPr lang="en-US"/>
          </a:p>
        </p:txBody>
      </p:sp>
    </p:spTree>
    <p:extLst>
      <p:ext uri="{BB962C8B-B14F-4D97-AF65-F5344CB8AC3E}">
        <p14:creationId xmlns:p14="http://schemas.microsoft.com/office/powerpoint/2010/main" val="3254771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57;p16">
            <a:extLst>
              <a:ext uri="{FF2B5EF4-FFF2-40B4-BE49-F238E27FC236}">
                <a16:creationId xmlns:a16="http://schemas.microsoft.com/office/drawing/2014/main" id="{51DC66A8-BB2B-E7E1-CEF5-3ECB78FF1F62}"/>
              </a:ext>
            </a:extLst>
          </p:cNvPr>
          <p:cNvSpPr txBox="1"/>
          <p:nvPr/>
        </p:nvSpPr>
        <p:spPr>
          <a:xfrm>
            <a:off x="2544749" y="3168418"/>
            <a:ext cx="71025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b="1" i="1">
                <a:solidFill>
                  <a:srgbClr val="0C343D"/>
                </a:solidFill>
                <a:latin typeface="Calibri"/>
                <a:ea typeface="Calibri"/>
                <a:cs typeface="Calibri"/>
                <a:sym typeface="Calibri"/>
              </a:rPr>
              <a:t>THANKS FOR WATCHING</a:t>
            </a:r>
            <a:endParaRPr sz="5000" b="1" i="1">
              <a:solidFill>
                <a:srgbClr val="0C343D"/>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869D2B65-2ECB-D126-6867-799B8C1224F3}"/>
              </a:ext>
            </a:extLst>
          </p:cNvPr>
          <p:cNvPicPr>
            <a:picLocks noChangeAspect="1"/>
          </p:cNvPicPr>
          <p:nvPr/>
        </p:nvPicPr>
        <p:blipFill>
          <a:blip r:embed="rId2"/>
          <a:stretch>
            <a:fillRect/>
          </a:stretch>
        </p:blipFill>
        <p:spPr>
          <a:xfrm>
            <a:off x="4097624" y="1211954"/>
            <a:ext cx="3996751" cy="1956464"/>
          </a:xfrm>
          <a:prstGeom prst="rect">
            <a:avLst/>
          </a:prstGeom>
        </p:spPr>
      </p:pic>
      <p:sp>
        <p:nvSpPr>
          <p:cNvPr id="6" name="Google Shape;157;p16">
            <a:extLst>
              <a:ext uri="{FF2B5EF4-FFF2-40B4-BE49-F238E27FC236}">
                <a16:creationId xmlns:a16="http://schemas.microsoft.com/office/drawing/2014/main" id="{BFA3FC56-7D9D-AB8A-0D1F-6A83AEA5D9F2}"/>
              </a:ext>
            </a:extLst>
          </p:cNvPr>
          <p:cNvSpPr txBox="1"/>
          <p:nvPr/>
        </p:nvSpPr>
        <p:spPr>
          <a:xfrm>
            <a:off x="8036320" y="5842368"/>
            <a:ext cx="4155680" cy="101563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t>[W]: www.cadsquad.vn</a:t>
            </a:r>
          </a:p>
          <a:p>
            <a:r>
              <a:rPr lang="en-US" sz="1800"/>
              <a:t>[E]: contact@cadsquad.vn</a:t>
            </a:r>
          </a:p>
          <a:p>
            <a:r>
              <a:rPr lang="en-US" sz="1800"/>
              <a:t>[P]: +8476 527 9228</a:t>
            </a:r>
            <a:endParaRPr sz="6000" b="1" i="1">
              <a:solidFill>
                <a:srgbClr val="0C343D"/>
              </a:solidFill>
              <a:latin typeface="Calibri"/>
              <a:ea typeface="Calibri"/>
              <a:cs typeface="Calibri"/>
              <a:sym typeface="Calibri"/>
            </a:endParaRPr>
          </a:p>
        </p:txBody>
      </p:sp>
    </p:spTree>
    <p:extLst>
      <p:ext uri="{BB962C8B-B14F-4D97-AF65-F5344CB8AC3E}">
        <p14:creationId xmlns:p14="http://schemas.microsoft.com/office/powerpoint/2010/main" val="3423480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a3cb52a-d682-4b42-bb62-3260c37a7ccd">
      <Terms xmlns="http://schemas.microsoft.com/office/infopath/2007/PartnerControls"/>
    </lcf76f155ced4ddcb4097134ff3c332f>
    <TaxCatchAll xmlns="a9ab4801-af96-4888-a2fb-9372735c417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7F3A25DCB07514AB7CE48BAF313C508" ma:contentTypeVersion="12" ma:contentTypeDescription="Create a new document." ma:contentTypeScope="" ma:versionID="82e4bffe897c005a92c96eb85938f6d1">
  <xsd:schema xmlns:xsd="http://www.w3.org/2001/XMLSchema" xmlns:xs="http://www.w3.org/2001/XMLSchema" xmlns:p="http://schemas.microsoft.com/office/2006/metadata/properties" xmlns:ns2="6a3cb52a-d682-4b42-bb62-3260c37a7ccd" xmlns:ns3="a9ab4801-af96-4888-a2fb-9372735c4171" targetNamespace="http://schemas.microsoft.com/office/2006/metadata/properties" ma:root="true" ma:fieldsID="118a5cfca76520dbaceb1c1ae7318372" ns2:_="" ns3:_="">
    <xsd:import namespace="6a3cb52a-d682-4b42-bb62-3260c37a7ccd"/>
    <xsd:import namespace="a9ab4801-af96-4888-a2fb-9372735c417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3cb52a-d682-4b42-bb62-3260c37a7ccd"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df8c10ca-b562-45c0-b272-3c3a7bbb5e6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ab4801-af96-4888-a2fb-9372735c417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bcc99e9-2385-47c9-b996-2656d78da389}" ma:internalName="TaxCatchAll" ma:showField="CatchAllData" ma:web="a9ab4801-af96-4888-a2fb-9372735c41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D6B286-EC8C-4B43-AD2E-936797DB38E4}">
  <ds:schemaRefs>
    <ds:schemaRef ds:uri="http://schemas.microsoft.com/sharepoint/v3/contenttype/forms"/>
  </ds:schemaRefs>
</ds:datastoreItem>
</file>

<file path=customXml/itemProps2.xml><?xml version="1.0" encoding="utf-8"?>
<ds:datastoreItem xmlns:ds="http://schemas.openxmlformats.org/officeDocument/2006/customXml" ds:itemID="{6BDBE97E-1941-45EA-AA2F-54472CA98272}">
  <ds:schemaRefs>
    <ds:schemaRef ds:uri="6a3cb52a-d682-4b42-bb62-3260c37a7ccd"/>
    <ds:schemaRef ds:uri="a9ab4801-af96-4888-a2fb-9372735c417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B030E01-C420-488A-9413-851FAC32AC2A}">
  <ds:schemaRefs>
    <ds:schemaRef ds:uri="6a3cb52a-d682-4b42-bb62-3260c37a7ccd"/>
    <ds:schemaRef ds:uri="a9ab4801-af96-4888-a2fb-9372735c417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1</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CADSQUAD NEW WEBSITE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Pham Tien Phong</dc:creator>
  <cp:revision>1</cp:revision>
  <dcterms:created xsi:type="dcterms:W3CDTF">2025-07-01T02:34:32Z</dcterms:created>
  <dcterms:modified xsi:type="dcterms:W3CDTF">2026-03-13T14:08:08Z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0x01010087F3A25DCB07514AB7CE48BAF313C508</vt:lpwstr>
  </property>
</Properties>
</file>